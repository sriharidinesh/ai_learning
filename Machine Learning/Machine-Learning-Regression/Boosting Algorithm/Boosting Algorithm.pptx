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8" r:id="rId2"/>
    <p:sldId id="261" r:id="rId3"/>
    <p:sldId id="257" r:id="rId4"/>
    <p:sldId id="260" r:id="rId5"/>
    <p:sldId id="262" r:id="rId6"/>
    <p:sldId id="263" r:id="rId7"/>
    <p:sldId id="265" r:id="rId8"/>
    <p:sldId id="264" r:id="rId9"/>
    <p:sldId id="266" r:id="rId10"/>
    <p:sldId id="274" r:id="rId11"/>
    <p:sldId id="267" r:id="rId12"/>
    <p:sldId id="277" r:id="rId13"/>
    <p:sldId id="276" r:id="rId14"/>
    <p:sldId id="268" r:id="rId15"/>
    <p:sldId id="269" r:id="rId16"/>
    <p:sldId id="271" r:id="rId17"/>
    <p:sldId id="270" r:id="rId18"/>
    <p:sldId id="272" r:id="rId19"/>
    <p:sldId id="273" r:id="rId20"/>
    <p:sldId id="259" r:id="rId21"/>
    <p:sldId id="275"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423140-94BF-4B73-BF5E-305DB1AC449A}" v="44" dt="2026-09-22T16:55:12.04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nesh kumar" userId="c80f01a4c693b8b2" providerId="LiveId" clId="{A62C2213-45A6-4425-B166-8F666751F7E8}"/>
    <pc:docChg chg="undo custSel addSld modSld sldOrd">
      <pc:chgData name="dinesh kumar" userId="c80f01a4c693b8b2" providerId="LiveId" clId="{A62C2213-45A6-4425-B166-8F666751F7E8}" dt="2026-09-22T17:01:49.353" v="394" actId="1076"/>
      <pc:docMkLst>
        <pc:docMk/>
      </pc:docMkLst>
      <pc:sldChg chg="addSp modSp mod modClrScheme chgLayout">
        <pc:chgData name="dinesh kumar" userId="c80f01a4c693b8b2" providerId="LiveId" clId="{A62C2213-45A6-4425-B166-8F666751F7E8}" dt="2026-09-22T16:17:59.829" v="87" actId="13926"/>
        <pc:sldMkLst>
          <pc:docMk/>
          <pc:sldMk cId="3691509657" sldId="258"/>
        </pc:sldMkLst>
        <pc:spChg chg="add mod">
          <ac:chgData name="dinesh kumar" userId="c80f01a4c693b8b2" providerId="LiveId" clId="{A62C2213-45A6-4425-B166-8F666751F7E8}" dt="2026-09-22T16:16:35.401" v="56" actId="767"/>
          <ac:spMkLst>
            <pc:docMk/>
            <pc:sldMk cId="3691509657" sldId="258"/>
            <ac:spMk id="4" creationId="{EE26A392-5F80-E4A7-9AF1-41CD3241F2DB}"/>
          </ac:spMkLst>
        </pc:spChg>
        <pc:spChg chg="add mod">
          <ac:chgData name="dinesh kumar" userId="c80f01a4c693b8b2" providerId="LiveId" clId="{A62C2213-45A6-4425-B166-8F666751F7E8}" dt="2026-09-22T16:16:32.087" v="47" actId="767"/>
          <ac:spMkLst>
            <pc:docMk/>
            <pc:sldMk cId="3691509657" sldId="258"/>
            <ac:spMk id="5" creationId="{1F3945C3-6E84-ED1A-6642-EEC04737B890}"/>
          </ac:spMkLst>
        </pc:spChg>
        <pc:spChg chg="add mod">
          <ac:chgData name="dinesh kumar" userId="c80f01a4c693b8b2" providerId="LiveId" clId="{A62C2213-45A6-4425-B166-8F666751F7E8}" dt="2026-09-22T16:17:59.829" v="87" actId="13926"/>
          <ac:spMkLst>
            <pc:docMk/>
            <pc:sldMk cId="3691509657" sldId="258"/>
            <ac:spMk id="6" creationId="{35EF39FC-79CB-A707-F8C9-A7F265F82013}"/>
          </ac:spMkLst>
        </pc:spChg>
      </pc:sldChg>
      <pc:sldChg chg="addSp delSp modSp new mod modClrScheme chgLayout">
        <pc:chgData name="dinesh kumar" userId="c80f01a4c693b8b2" providerId="LiveId" clId="{A62C2213-45A6-4425-B166-8F666751F7E8}" dt="2026-09-22T16:31:47.642" v="218" actId="14100"/>
        <pc:sldMkLst>
          <pc:docMk/>
          <pc:sldMk cId="2674305284" sldId="261"/>
        </pc:sldMkLst>
        <pc:spChg chg="mod ord">
          <ac:chgData name="dinesh kumar" userId="c80f01a4c693b8b2" providerId="LiveId" clId="{A62C2213-45A6-4425-B166-8F666751F7E8}" dt="2026-09-22T16:19:53.057" v="123" actId="27636"/>
          <ac:spMkLst>
            <pc:docMk/>
            <pc:sldMk cId="2674305284" sldId="261"/>
            <ac:spMk id="2" creationId="{8BE9B7C7-07A6-99A5-2BF1-AADCFAA2C190}"/>
          </ac:spMkLst>
        </pc:spChg>
        <pc:spChg chg="add del mod">
          <ac:chgData name="dinesh kumar" userId="c80f01a4c693b8b2" providerId="LiveId" clId="{A62C2213-45A6-4425-B166-8F666751F7E8}" dt="2026-09-22T16:19:44.712" v="121"/>
          <ac:spMkLst>
            <pc:docMk/>
            <pc:sldMk cId="2674305284" sldId="261"/>
            <ac:spMk id="3" creationId="{1B6196D8-C515-3BF0-F061-33CA1D1CA0DB}"/>
          </ac:spMkLst>
        </pc:spChg>
        <pc:spChg chg="add mod ord">
          <ac:chgData name="dinesh kumar" userId="c80f01a4c693b8b2" providerId="LiveId" clId="{A62C2213-45A6-4425-B166-8F666751F7E8}" dt="2026-09-22T16:31:47.642" v="218" actId="14100"/>
          <ac:spMkLst>
            <pc:docMk/>
            <pc:sldMk cId="2674305284" sldId="261"/>
            <ac:spMk id="4" creationId="{3AF73728-4703-A0F3-CE35-8DAA68960BB6}"/>
          </ac:spMkLst>
        </pc:spChg>
      </pc:sldChg>
      <pc:sldChg chg="addSp modSp new mod modClrScheme chgLayout">
        <pc:chgData name="dinesh kumar" userId="c80f01a4c693b8b2" providerId="LiveId" clId="{A62C2213-45A6-4425-B166-8F666751F7E8}" dt="2026-09-22T16:24:37.505" v="156" actId="14100"/>
        <pc:sldMkLst>
          <pc:docMk/>
          <pc:sldMk cId="440446227" sldId="262"/>
        </pc:sldMkLst>
        <pc:spChg chg="add mod">
          <ac:chgData name="dinesh kumar" userId="c80f01a4c693b8b2" providerId="LiveId" clId="{A62C2213-45A6-4425-B166-8F666751F7E8}" dt="2026-09-22T16:24:07.355" v="150"/>
          <ac:spMkLst>
            <pc:docMk/>
            <pc:sldMk cId="440446227" sldId="262"/>
            <ac:spMk id="2" creationId="{DA2FD537-7C3A-1C24-8F29-266FA5486B48}"/>
          </ac:spMkLst>
        </pc:spChg>
        <pc:spChg chg="add mod">
          <ac:chgData name="dinesh kumar" userId="c80f01a4c693b8b2" providerId="LiveId" clId="{A62C2213-45A6-4425-B166-8F666751F7E8}" dt="2026-09-22T16:24:37.505" v="156" actId="14100"/>
          <ac:spMkLst>
            <pc:docMk/>
            <pc:sldMk cId="440446227" sldId="262"/>
            <ac:spMk id="3" creationId="{3AC4C325-FA4E-6216-B39D-FAB2A8057D35}"/>
          </ac:spMkLst>
        </pc:spChg>
      </pc:sldChg>
      <pc:sldChg chg="addSp delSp new mod modClrScheme chgLayout">
        <pc:chgData name="dinesh kumar" userId="c80f01a4c693b8b2" providerId="LiveId" clId="{A62C2213-45A6-4425-B166-8F666751F7E8}" dt="2026-09-22T16:26:42.275" v="170" actId="22"/>
        <pc:sldMkLst>
          <pc:docMk/>
          <pc:sldMk cId="3105786986" sldId="263"/>
        </pc:sldMkLst>
        <pc:spChg chg="del">
          <ac:chgData name="dinesh kumar" userId="c80f01a4c693b8b2" providerId="LiveId" clId="{A62C2213-45A6-4425-B166-8F666751F7E8}" dt="2026-09-22T16:26:34.664" v="169" actId="700"/>
          <ac:spMkLst>
            <pc:docMk/>
            <pc:sldMk cId="3105786986" sldId="263"/>
            <ac:spMk id="2" creationId="{37EF1824-F312-BACE-18AC-04AF5A6F06AD}"/>
          </ac:spMkLst>
        </pc:spChg>
        <pc:spChg chg="del">
          <ac:chgData name="dinesh kumar" userId="c80f01a4c693b8b2" providerId="LiveId" clId="{A62C2213-45A6-4425-B166-8F666751F7E8}" dt="2026-09-22T16:26:34.664" v="169" actId="700"/>
          <ac:spMkLst>
            <pc:docMk/>
            <pc:sldMk cId="3105786986" sldId="263"/>
            <ac:spMk id="3" creationId="{A94BA816-06D5-8F47-692A-0FF86CB5504C}"/>
          </ac:spMkLst>
        </pc:spChg>
        <pc:picChg chg="add">
          <ac:chgData name="dinesh kumar" userId="c80f01a4c693b8b2" providerId="LiveId" clId="{A62C2213-45A6-4425-B166-8F666751F7E8}" dt="2026-09-22T16:26:42.275" v="170" actId="22"/>
          <ac:picMkLst>
            <pc:docMk/>
            <pc:sldMk cId="3105786986" sldId="263"/>
            <ac:picMk id="5" creationId="{74D11B9B-2F82-E833-519A-3360B2B8466C}"/>
          </ac:picMkLst>
        </pc:picChg>
      </pc:sldChg>
      <pc:sldChg chg="addSp delSp modSp new mod ord modClrScheme chgLayout">
        <pc:chgData name="dinesh kumar" userId="c80f01a4c693b8b2" providerId="LiveId" clId="{A62C2213-45A6-4425-B166-8F666751F7E8}" dt="2026-09-22T16:31:16.090" v="217" actId="14100"/>
        <pc:sldMkLst>
          <pc:docMk/>
          <pc:sldMk cId="568312615" sldId="264"/>
        </pc:sldMkLst>
        <pc:spChg chg="del">
          <ac:chgData name="dinesh kumar" userId="c80f01a4c693b8b2" providerId="LiveId" clId="{A62C2213-45A6-4425-B166-8F666751F7E8}" dt="2026-09-22T16:27:58.288" v="171" actId="700"/>
          <ac:spMkLst>
            <pc:docMk/>
            <pc:sldMk cId="568312615" sldId="264"/>
            <ac:spMk id="2" creationId="{46D069E9-9F96-7048-4D10-83EB73A58435}"/>
          </ac:spMkLst>
        </pc:spChg>
        <pc:spChg chg="del">
          <ac:chgData name="dinesh kumar" userId="c80f01a4c693b8b2" providerId="LiveId" clId="{A62C2213-45A6-4425-B166-8F666751F7E8}" dt="2026-09-22T16:27:58.288" v="171" actId="700"/>
          <ac:spMkLst>
            <pc:docMk/>
            <pc:sldMk cId="568312615" sldId="264"/>
            <ac:spMk id="3" creationId="{5F427846-231C-683F-C6A6-9FCA14EC602F}"/>
          </ac:spMkLst>
        </pc:spChg>
        <pc:spChg chg="add mod">
          <ac:chgData name="dinesh kumar" userId="c80f01a4c693b8b2" providerId="LiveId" clId="{A62C2213-45A6-4425-B166-8F666751F7E8}" dt="2026-09-22T16:31:16.090" v="217" actId="14100"/>
          <ac:spMkLst>
            <pc:docMk/>
            <pc:sldMk cId="568312615" sldId="264"/>
            <ac:spMk id="5" creationId="{FE12C4B8-07DD-EB6B-9E7E-C410D17B636A}"/>
          </ac:spMkLst>
        </pc:spChg>
        <pc:picChg chg="add mod">
          <ac:chgData name="dinesh kumar" userId="c80f01a4c693b8b2" providerId="LiveId" clId="{A62C2213-45A6-4425-B166-8F666751F7E8}" dt="2026-09-22T16:30:43.553" v="204" actId="1076"/>
          <ac:picMkLst>
            <pc:docMk/>
            <pc:sldMk cId="568312615" sldId="264"/>
            <ac:picMk id="4" creationId="{B2A9C784-54AD-1DE0-4823-EC2A9D76EA9A}"/>
          </ac:picMkLst>
        </pc:picChg>
      </pc:sldChg>
      <pc:sldChg chg="addSp delSp modSp new mod ord modClrScheme chgLayout">
        <pc:chgData name="dinesh kumar" userId="c80f01a4c693b8b2" providerId="LiveId" clId="{A62C2213-45A6-4425-B166-8F666751F7E8}" dt="2026-09-22T16:30:34.506" v="203" actId="1076"/>
        <pc:sldMkLst>
          <pc:docMk/>
          <pc:sldMk cId="1958990100" sldId="265"/>
        </pc:sldMkLst>
        <pc:spChg chg="del mod ord">
          <ac:chgData name="dinesh kumar" userId="c80f01a4c693b8b2" providerId="LiveId" clId="{A62C2213-45A6-4425-B166-8F666751F7E8}" dt="2026-09-22T16:29:22.809" v="179" actId="700"/>
          <ac:spMkLst>
            <pc:docMk/>
            <pc:sldMk cId="1958990100" sldId="265"/>
            <ac:spMk id="2" creationId="{6F2CA2EB-3C70-8347-458D-E2750CB765B4}"/>
          </ac:spMkLst>
        </pc:spChg>
        <pc:spChg chg="del">
          <ac:chgData name="dinesh kumar" userId="c80f01a4c693b8b2" providerId="LiveId" clId="{A62C2213-45A6-4425-B166-8F666751F7E8}" dt="2026-09-22T16:29:22.809" v="179" actId="700"/>
          <ac:spMkLst>
            <pc:docMk/>
            <pc:sldMk cId="1958990100" sldId="265"/>
            <ac:spMk id="3" creationId="{E16C9C43-ED9F-9368-1455-D8CFD2B20B73}"/>
          </ac:spMkLst>
        </pc:spChg>
        <pc:spChg chg="add mod ord">
          <ac:chgData name="dinesh kumar" userId="c80f01a4c693b8b2" providerId="LiveId" clId="{A62C2213-45A6-4425-B166-8F666751F7E8}" dt="2026-09-22T16:29:58.922" v="200" actId="14100"/>
          <ac:spMkLst>
            <pc:docMk/>
            <pc:sldMk cId="1958990100" sldId="265"/>
            <ac:spMk id="4" creationId="{A22324DA-F1C4-B9A7-9EB1-99AD2C31D504}"/>
          </ac:spMkLst>
        </pc:spChg>
        <pc:picChg chg="add mod">
          <ac:chgData name="dinesh kumar" userId="c80f01a4c693b8b2" providerId="LiveId" clId="{A62C2213-45A6-4425-B166-8F666751F7E8}" dt="2026-09-22T16:30:34.506" v="203" actId="1076"/>
          <ac:picMkLst>
            <pc:docMk/>
            <pc:sldMk cId="1958990100" sldId="265"/>
            <ac:picMk id="6" creationId="{046F3EF1-FFB8-B275-BEBD-5D96F17674A6}"/>
          </ac:picMkLst>
        </pc:picChg>
      </pc:sldChg>
      <pc:sldChg chg="addSp delSp modSp new mod modClrScheme chgLayout">
        <pc:chgData name="dinesh kumar" userId="c80f01a4c693b8b2" providerId="LiveId" clId="{A62C2213-45A6-4425-B166-8F666751F7E8}" dt="2026-09-22T16:35:15.774" v="227" actId="14100"/>
        <pc:sldMkLst>
          <pc:docMk/>
          <pc:sldMk cId="424115851" sldId="266"/>
        </pc:sldMkLst>
        <pc:spChg chg="del">
          <ac:chgData name="dinesh kumar" userId="c80f01a4c693b8b2" providerId="LiveId" clId="{A62C2213-45A6-4425-B166-8F666751F7E8}" dt="2026-09-22T16:34:37.068" v="219" actId="700"/>
          <ac:spMkLst>
            <pc:docMk/>
            <pc:sldMk cId="424115851" sldId="266"/>
            <ac:spMk id="2" creationId="{B0E1175F-FE64-143D-0B47-D630F2A0F985}"/>
          </ac:spMkLst>
        </pc:spChg>
        <pc:spChg chg="del">
          <ac:chgData name="dinesh kumar" userId="c80f01a4c693b8b2" providerId="LiveId" clId="{A62C2213-45A6-4425-B166-8F666751F7E8}" dt="2026-09-22T16:34:37.068" v="219" actId="700"/>
          <ac:spMkLst>
            <pc:docMk/>
            <pc:sldMk cId="424115851" sldId="266"/>
            <ac:spMk id="3" creationId="{881033B7-3372-FF42-0BD7-BFFDFF42DBCC}"/>
          </ac:spMkLst>
        </pc:spChg>
        <pc:picChg chg="add mod modCrop">
          <ac:chgData name="dinesh kumar" userId="c80f01a4c693b8b2" providerId="LiveId" clId="{A62C2213-45A6-4425-B166-8F666751F7E8}" dt="2026-09-22T16:35:15.774" v="227" actId="14100"/>
          <ac:picMkLst>
            <pc:docMk/>
            <pc:sldMk cId="424115851" sldId="266"/>
            <ac:picMk id="4" creationId="{48B868E1-F134-2AF0-FFCC-3B87F1D6B401}"/>
          </ac:picMkLst>
        </pc:picChg>
      </pc:sldChg>
      <pc:sldChg chg="addSp delSp modSp new mod ord modClrScheme chgLayout">
        <pc:chgData name="dinesh kumar" userId="c80f01a4c693b8b2" providerId="LiveId" clId="{A62C2213-45A6-4425-B166-8F666751F7E8}" dt="2026-09-22T16:46:46.940" v="321" actId="12385"/>
        <pc:sldMkLst>
          <pc:docMk/>
          <pc:sldMk cId="2606730247" sldId="267"/>
        </pc:sldMkLst>
        <pc:spChg chg="del">
          <ac:chgData name="dinesh kumar" userId="c80f01a4c693b8b2" providerId="LiveId" clId="{A62C2213-45A6-4425-B166-8F666751F7E8}" dt="2026-09-22T16:37:42.407" v="249" actId="700"/>
          <ac:spMkLst>
            <pc:docMk/>
            <pc:sldMk cId="2606730247" sldId="267"/>
            <ac:spMk id="2" creationId="{FE7BFA7B-A615-1C79-A819-696C41BB5513}"/>
          </ac:spMkLst>
        </pc:spChg>
        <pc:spChg chg="del">
          <ac:chgData name="dinesh kumar" userId="c80f01a4c693b8b2" providerId="LiveId" clId="{A62C2213-45A6-4425-B166-8F666751F7E8}" dt="2026-09-22T16:37:42.407" v="249" actId="700"/>
          <ac:spMkLst>
            <pc:docMk/>
            <pc:sldMk cId="2606730247" sldId="267"/>
            <ac:spMk id="3" creationId="{1828C187-FD03-8A4C-FB7D-FC312D916AEB}"/>
          </ac:spMkLst>
        </pc:spChg>
        <pc:spChg chg="add del mod">
          <ac:chgData name="dinesh kumar" userId="c80f01a4c693b8b2" providerId="LiveId" clId="{A62C2213-45A6-4425-B166-8F666751F7E8}" dt="2026-09-22T16:39:11.587" v="251" actId="478"/>
          <ac:spMkLst>
            <pc:docMk/>
            <pc:sldMk cId="2606730247" sldId="267"/>
            <ac:spMk id="4" creationId="{E5D18D33-7B3B-FFB5-3BF2-A93CA463E8E4}"/>
          </ac:spMkLst>
        </pc:spChg>
        <pc:spChg chg="add del mod">
          <ac:chgData name="dinesh kumar" userId="c80f01a4c693b8b2" providerId="LiveId" clId="{A62C2213-45A6-4425-B166-8F666751F7E8}" dt="2026-09-22T16:39:58.336" v="253" actId="3680"/>
          <ac:spMkLst>
            <pc:docMk/>
            <pc:sldMk cId="2606730247" sldId="267"/>
            <ac:spMk id="5" creationId="{4342B00F-DA5A-11FB-DD5C-717131F24743}"/>
          </ac:spMkLst>
        </pc:spChg>
        <pc:graphicFrameChg chg="add mod ord modGraphic">
          <ac:chgData name="dinesh kumar" userId="c80f01a4c693b8b2" providerId="LiveId" clId="{A62C2213-45A6-4425-B166-8F666751F7E8}" dt="2026-09-22T16:46:46.940" v="321" actId="12385"/>
          <ac:graphicFrameMkLst>
            <pc:docMk/>
            <pc:sldMk cId="2606730247" sldId="267"/>
            <ac:graphicFrameMk id="6" creationId="{6C5BC1FD-4D6F-D408-6D0A-3973F61A82FC}"/>
          </ac:graphicFrameMkLst>
        </pc:graphicFrameChg>
      </pc:sldChg>
      <pc:sldChg chg="addSp delSp modSp new mod modClrScheme chgLayout">
        <pc:chgData name="dinesh kumar" userId="c80f01a4c693b8b2" providerId="LiveId" clId="{A62C2213-45A6-4425-B166-8F666751F7E8}" dt="2026-09-22T16:48:18.857" v="329" actId="14100"/>
        <pc:sldMkLst>
          <pc:docMk/>
          <pc:sldMk cId="2987648598" sldId="268"/>
        </pc:sldMkLst>
        <pc:spChg chg="del">
          <ac:chgData name="dinesh kumar" userId="c80f01a4c693b8b2" providerId="LiveId" clId="{A62C2213-45A6-4425-B166-8F666751F7E8}" dt="2026-09-22T16:48:02.703" v="322" actId="700"/>
          <ac:spMkLst>
            <pc:docMk/>
            <pc:sldMk cId="2987648598" sldId="268"/>
            <ac:spMk id="2" creationId="{CBB2E7E1-8AAD-8583-CAA8-763C5E92577C}"/>
          </ac:spMkLst>
        </pc:spChg>
        <pc:spChg chg="del">
          <ac:chgData name="dinesh kumar" userId="c80f01a4c693b8b2" providerId="LiveId" clId="{A62C2213-45A6-4425-B166-8F666751F7E8}" dt="2026-09-22T16:48:02.703" v="322" actId="700"/>
          <ac:spMkLst>
            <pc:docMk/>
            <pc:sldMk cId="2987648598" sldId="268"/>
            <ac:spMk id="3" creationId="{E1972BD4-3588-5B62-4A9E-36D7C6E12396}"/>
          </ac:spMkLst>
        </pc:spChg>
        <pc:picChg chg="add mod">
          <ac:chgData name="dinesh kumar" userId="c80f01a4c693b8b2" providerId="LiveId" clId="{A62C2213-45A6-4425-B166-8F666751F7E8}" dt="2026-09-22T16:48:18.857" v="329" actId="14100"/>
          <ac:picMkLst>
            <pc:docMk/>
            <pc:sldMk cId="2987648598" sldId="268"/>
            <ac:picMk id="4" creationId="{789E8934-008D-3CB3-938B-A3953294D27A}"/>
          </ac:picMkLst>
        </pc:picChg>
      </pc:sldChg>
      <pc:sldChg chg="modSp new mod">
        <pc:chgData name="dinesh kumar" userId="c80f01a4c693b8b2" providerId="LiveId" clId="{A62C2213-45A6-4425-B166-8F666751F7E8}" dt="2026-09-22T16:55:18.912" v="369" actId="27636"/>
        <pc:sldMkLst>
          <pc:docMk/>
          <pc:sldMk cId="1902595736" sldId="269"/>
        </pc:sldMkLst>
        <pc:spChg chg="mod">
          <ac:chgData name="dinesh kumar" userId="c80f01a4c693b8b2" providerId="LiveId" clId="{A62C2213-45A6-4425-B166-8F666751F7E8}" dt="2026-09-22T16:53:52.529" v="362" actId="20577"/>
          <ac:spMkLst>
            <pc:docMk/>
            <pc:sldMk cId="1902595736" sldId="269"/>
            <ac:spMk id="2" creationId="{1B102600-B962-0393-285B-1D165CC0ABFC}"/>
          </ac:spMkLst>
        </pc:spChg>
        <pc:spChg chg="mod">
          <ac:chgData name="dinesh kumar" userId="c80f01a4c693b8b2" providerId="LiveId" clId="{A62C2213-45A6-4425-B166-8F666751F7E8}" dt="2026-09-22T16:55:18.912" v="369" actId="27636"/>
          <ac:spMkLst>
            <pc:docMk/>
            <pc:sldMk cId="1902595736" sldId="269"/>
            <ac:spMk id="3" creationId="{436364CC-5C81-0D0C-8DF8-7807D40655F9}"/>
          </ac:spMkLst>
        </pc:spChg>
      </pc:sldChg>
      <pc:sldChg chg="addSp delSp modSp new mod modClrScheme chgLayout">
        <pc:chgData name="dinesh kumar" userId="c80f01a4c693b8b2" providerId="LiveId" clId="{A62C2213-45A6-4425-B166-8F666751F7E8}" dt="2026-09-22T16:58:49.358" v="384" actId="1076"/>
        <pc:sldMkLst>
          <pc:docMk/>
          <pc:sldMk cId="2037143942" sldId="270"/>
        </pc:sldMkLst>
        <pc:spChg chg="del">
          <ac:chgData name="dinesh kumar" userId="c80f01a4c693b8b2" providerId="LiveId" clId="{A62C2213-45A6-4425-B166-8F666751F7E8}" dt="2026-09-22T16:57:48.449" v="370" actId="700"/>
          <ac:spMkLst>
            <pc:docMk/>
            <pc:sldMk cId="2037143942" sldId="270"/>
            <ac:spMk id="2" creationId="{5183F761-A490-9E4E-E81D-F77082A7158E}"/>
          </ac:spMkLst>
        </pc:spChg>
        <pc:spChg chg="del">
          <ac:chgData name="dinesh kumar" userId="c80f01a4c693b8b2" providerId="LiveId" clId="{A62C2213-45A6-4425-B166-8F666751F7E8}" dt="2026-09-22T16:57:48.449" v="370" actId="700"/>
          <ac:spMkLst>
            <pc:docMk/>
            <pc:sldMk cId="2037143942" sldId="270"/>
            <ac:spMk id="3" creationId="{FEAD45B1-360C-5404-E73C-C36EDF1B8AA9}"/>
          </ac:spMkLst>
        </pc:spChg>
        <pc:picChg chg="add mod">
          <ac:chgData name="dinesh kumar" userId="c80f01a4c693b8b2" providerId="LiveId" clId="{A62C2213-45A6-4425-B166-8F666751F7E8}" dt="2026-09-22T16:58:49.358" v="384" actId="1076"/>
          <ac:picMkLst>
            <pc:docMk/>
            <pc:sldMk cId="2037143942" sldId="270"/>
            <ac:picMk id="5" creationId="{78FFABD0-83D4-36BB-F599-3FAAB58CB9A2}"/>
          </ac:picMkLst>
        </pc:picChg>
      </pc:sldChg>
      <pc:sldChg chg="addSp delSp modSp new mod ord modClrScheme chgLayout">
        <pc:chgData name="dinesh kumar" userId="c80f01a4c693b8b2" providerId="LiveId" clId="{A62C2213-45A6-4425-B166-8F666751F7E8}" dt="2026-09-22T16:58:35.638" v="381" actId="1076"/>
        <pc:sldMkLst>
          <pc:docMk/>
          <pc:sldMk cId="4276937796" sldId="271"/>
        </pc:sldMkLst>
        <pc:spChg chg="del">
          <ac:chgData name="dinesh kumar" userId="c80f01a4c693b8b2" providerId="LiveId" clId="{A62C2213-45A6-4425-B166-8F666751F7E8}" dt="2026-09-22T16:58:21.655" v="376" actId="700"/>
          <ac:spMkLst>
            <pc:docMk/>
            <pc:sldMk cId="4276937796" sldId="271"/>
            <ac:spMk id="2" creationId="{A35A114E-3DA4-1BC2-A3BA-244ECAA00900}"/>
          </ac:spMkLst>
        </pc:spChg>
        <pc:spChg chg="del">
          <ac:chgData name="dinesh kumar" userId="c80f01a4c693b8b2" providerId="LiveId" clId="{A62C2213-45A6-4425-B166-8F666751F7E8}" dt="2026-09-22T16:58:21.655" v="376" actId="700"/>
          <ac:spMkLst>
            <pc:docMk/>
            <pc:sldMk cId="4276937796" sldId="271"/>
            <ac:spMk id="3" creationId="{9E79D077-1250-F103-D2FF-5DF0D280A8A5}"/>
          </ac:spMkLst>
        </pc:spChg>
        <pc:picChg chg="add mod">
          <ac:chgData name="dinesh kumar" userId="c80f01a4c693b8b2" providerId="LiveId" clId="{A62C2213-45A6-4425-B166-8F666751F7E8}" dt="2026-09-22T16:58:35.638" v="381" actId="1076"/>
          <ac:picMkLst>
            <pc:docMk/>
            <pc:sldMk cId="4276937796" sldId="271"/>
            <ac:picMk id="5" creationId="{DA2FD066-8E5F-75B9-5BDA-02D6B055E2A3}"/>
          </ac:picMkLst>
        </pc:picChg>
      </pc:sldChg>
      <pc:sldChg chg="addSp delSp modSp new mod modClrScheme chgLayout">
        <pc:chgData name="dinesh kumar" userId="c80f01a4c693b8b2" providerId="LiveId" clId="{A62C2213-45A6-4425-B166-8F666751F7E8}" dt="2026-09-22T17:01:49.353" v="394" actId="1076"/>
        <pc:sldMkLst>
          <pc:docMk/>
          <pc:sldMk cId="3201700844" sldId="272"/>
        </pc:sldMkLst>
        <pc:spChg chg="del">
          <ac:chgData name="dinesh kumar" userId="c80f01a4c693b8b2" providerId="LiveId" clId="{A62C2213-45A6-4425-B166-8F666751F7E8}" dt="2026-09-22T17:01:31.174" v="387" actId="700"/>
          <ac:spMkLst>
            <pc:docMk/>
            <pc:sldMk cId="3201700844" sldId="272"/>
            <ac:spMk id="2" creationId="{174494A3-C44F-591E-C1D5-EACFB307D92C}"/>
          </ac:spMkLst>
        </pc:spChg>
        <pc:spChg chg="del">
          <ac:chgData name="dinesh kumar" userId="c80f01a4c693b8b2" providerId="LiveId" clId="{A62C2213-45A6-4425-B166-8F666751F7E8}" dt="2026-09-22T17:01:31.174" v="387" actId="700"/>
          <ac:spMkLst>
            <pc:docMk/>
            <pc:sldMk cId="3201700844" sldId="272"/>
            <ac:spMk id="3" creationId="{E30C6156-C0AA-9A2A-61EB-1907D4A1E427}"/>
          </ac:spMkLst>
        </pc:spChg>
        <pc:picChg chg="add mod">
          <ac:chgData name="dinesh kumar" userId="c80f01a4c693b8b2" providerId="LiveId" clId="{A62C2213-45A6-4425-B166-8F666751F7E8}" dt="2026-09-22T17:01:49.353" v="394" actId="1076"/>
          <ac:picMkLst>
            <pc:docMk/>
            <pc:sldMk cId="3201700844" sldId="272"/>
            <ac:picMk id="4" creationId="{FA5B538D-D0A7-70B1-2138-77098FF1965F}"/>
          </ac:picMkLst>
        </pc:picChg>
      </pc:sldChg>
      <pc:sldChg chg="addSp delSp new mod modClrScheme chgLayout">
        <pc:chgData name="dinesh kumar" userId="c80f01a4c693b8b2" providerId="LiveId" clId="{A62C2213-45A6-4425-B166-8F666751F7E8}" dt="2026-09-22T17:01:15.815" v="386" actId="22"/>
        <pc:sldMkLst>
          <pc:docMk/>
          <pc:sldMk cId="4163620516" sldId="273"/>
        </pc:sldMkLst>
        <pc:spChg chg="del">
          <ac:chgData name="dinesh kumar" userId="c80f01a4c693b8b2" providerId="LiveId" clId="{A62C2213-45A6-4425-B166-8F666751F7E8}" dt="2026-09-22T17:01:12.703" v="385" actId="700"/>
          <ac:spMkLst>
            <pc:docMk/>
            <pc:sldMk cId="4163620516" sldId="273"/>
            <ac:spMk id="2" creationId="{778035D2-A38D-BDFC-73F6-C0C8035DB625}"/>
          </ac:spMkLst>
        </pc:spChg>
        <pc:spChg chg="del">
          <ac:chgData name="dinesh kumar" userId="c80f01a4c693b8b2" providerId="LiveId" clId="{A62C2213-45A6-4425-B166-8F666751F7E8}" dt="2026-09-22T17:01:12.703" v="385" actId="700"/>
          <ac:spMkLst>
            <pc:docMk/>
            <pc:sldMk cId="4163620516" sldId="273"/>
            <ac:spMk id="3" creationId="{5D6C164C-F1B9-8D41-6F8C-9746F9C08177}"/>
          </ac:spMkLst>
        </pc:spChg>
        <pc:picChg chg="add">
          <ac:chgData name="dinesh kumar" userId="c80f01a4c693b8b2" providerId="LiveId" clId="{A62C2213-45A6-4425-B166-8F666751F7E8}" dt="2026-09-22T17:01:15.815" v="386" actId="22"/>
          <ac:picMkLst>
            <pc:docMk/>
            <pc:sldMk cId="4163620516" sldId="273"/>
            <ac:picMk id="5" creationId="{D731534C-88EC-2A1A-2859-540E09D34FD7}"/>
          </ac:picMkLst>
        </pc:picChg>
      </pc:sldChg>
      <pc:sldChg chg="modSp add mod ord">
        <pc:chgData name="dinesh kumar" userId="c80f01a4c693b8b2" providerId="LiveId" clId="{A62C2213-45A6-4425-B166-8F666751F7E8}" dt="2026-09-22T16:37:19.892" v="248"/>
        <pc:sldMkLst>
          <pc:docMk/>
          <pc:sldMk cId="877618439" sldId="274"/>
        </pc:sldMkLst>
        <pc:spChg chg="mod">
          <ac:chgData name="dinesh kumar" userId="c80f01a4c693b8b2" providerId="LiveId" clId="{A62C2213-45A6-4425-B166-8F666751F7E8}" dt="2026-09-22T16:35:56.629" v="243" actId="20577"/>
          <ac:spMkLst>
            <pc:docMk/>
            <pc:sldMk cId="877618439" sldId="274"/>
            <ac:spMk id="2" creationId="{60C486C5-9D2D-9FA7-2349-CCCEBA5F4F85}"/>
          </ac:spMkLst>
        </pc:spChg>
        <pc:spChg chg="mod">
          <ac:chgData name="dinesh kumar" userId="c80f01a4c693b8b2" providerId="LiveId" clId="{A62C2213-45A6-4425-B166-8F666751F7E8}" dt="2026-09-22T16:37:19.892" v="248"/>
          <ac:spMkLst>
            <pc:docMk/>
            <pc:sldMk cId="877618439" sldId="274"/>
            <ac:spMk id="3" creationId="{85A5F69F-0634-64DF-404B-09AEC1BDBAAF}"/>
          </ac:spMkLst>
        </pc:spChg>
      </pc:sldChg>
      <pc:sldChg chg="addSp modSp new mod">
        <pc:chgData name="dinesh kumar" userId="c80f01a4c693b8b2" providerId="LiveId" clId="{A62C2213-45A6-4425-B166-8F666751F7E8}" dt="2026-09-22T16:49:23.326" v="336" actId="14100"/>
        <pc:sldMkLst>
          <pc:docMk/>
          <pc:sldMk cId="4086263343" sldId="275"/>
        </pc:sldMkLst>
        <pc:picChg chg="add mod">
          <ac:chgData name="dinesh kumar" userId="c80f01a4c693b8b2" providerId="LiveId" clId="{A62C2213-45A6-4425-B166-8F666751F7E8}" dt="2026-09-22T16:49:23.326" v="336" actId="14100"/>
          <ac:picMkLst>
            <pc:docMk/>
            <pc:sldMk cId="4086263343" sldId="275"/>
            <ac:picMk id="2" creationId="{F242135A-D84F-8DB8-9672-B751224FC7DA}"/>
          </ac:picMkLst>
        </pc:picChg>
      </pc:sldChg>
      <pc:sldChg chg="addSp delSp modSp new mod modClrScheme chgLayout">
        <pc:chgData name="dinesh kumar" userId="c80f01a4c693b8b2" providerId="LiveId" clId="{A62C2213-45A6-4425-B166-8F666751F7E8}" dt="2026-09-22T16:50:19.453" v="344" actId="14100"/>
        <pc:sldMkLst>
          <pc:docMk/>
          <pc:sldMk cId="901584211" sldId="276"/>
        </pc:sldMkLst>
        <pc:spChg chg="del">
          <ac:chgData name="dinesh kumar" userId="c80f01a4c693b8b2" providerId="LiveId" clId="{A62C2213-45A6-4425-B166-8F666751F7E8}" dt="2026-09-22T16:49:59.792" v="338" actId="700"/>
          <ac:spMkLst>
            <pc:docMk/>
            <pc:sldMk cId="901584211" sldId="276"/>
            <ac:spMk id="2" creationId="{3442F230-7FC9-13EC-AB6E-5227D7596533}"/>
          </ac:spMkLst>
        </pc:spChg>
        <pc:spChg chg="del">
          <ac:chgData name="dinesh kumar" userId="c80f01a4c693b8b2" providerId="LiveId" clId="{A62C2213-45A6-4425-B166-8F666751F7E8}" dt="2026-09-22T16:49:59.792" v="338" actId="700"/>
          <ac:spMkLst>
            <pc:docMk/>
            <pc:sldMk cId="901584211" sldId="276"/>
            <ac:spMk id="3" creationId="{075C08F7-1D50-096F-D0BA-6E49D7D94089}"/>
          </ac:spMkLst>
        </pc:spChg>
        <pc:picChg chg="add mod">
          <ac:chgData name="dinesh kumar" userId="c80f01a4c693b8b2" providerId="LiveId" clId="{A62C2213-45A6-4425-B166-8F666751F7E8}" dt="2026-09-22T16:50:19.453" v="344" actId="14100"/>
          <ac:picMkLst>
            <pc:docMk/>
            <pc:sldMk cId="901584211" sldId="276"/>
            <ac:picMk id="5" creationId="{5FB8E6E6-FF4B-1B42-FB06-C16DEBA276F7}"/>
          </ac:picMkLst>
        </pc:picChg>
      </pc:sldChg>
      <pc:sldChg chg="addSp delSp modSp new mod modClrScheme chgLayout">
        <pc:chgData name="dinesh kumar" userId="c80f01a4c693b8b2" providerId="LiveId" clId="{A62C2213-45A6-4425-B166-8F666751F7E8}" dt="2026-09-22T16:52:59.555" v="355" actId="14100"/>
        <pc:sldMkLst>
          <pc:docMk/>
          <pc:sldMk cId="3643069041" sldId="277"/>
        </pc:sldMkLst>
        <pc:spChg chg="del">
          <ac:chgData name="dinesh kumar" userId="c80f01a4c693b8b2" providerId="LiveId" clId="{A62C2213-45A6-4425-B166-8F666751F7E8}" dt="2026-09-22T16:52:34.677" v="346" actId="700"/>
          <ac:spMkLst>
            <pc:docMk/>
            <pc:sldMk cId="3643069041" sldId="277"/>
            <ac:spMk id="2" creationId="{4D453E3D-C81B-F60F-226C-C12DFCDA5D7A}"/>
          </ac:spMkLst>
        </pc:spChg>
        <pc:spChg chg="del">
          <ac:chgData name="dinesh kumar" userId="c80f01a4c693b8b2" providerId="LiveId" clId="{A62C2213-45A6-4425-B166-8F666751F7E8}" dt="2026-09-22T16:52:34.677" v="346" actId="700"/>
          <ac:spMkLst>
            <pc:docMk/>
            <pc:sldMk cId="3643069041" sldId="277"/>
            <ac:spMk id="3" creationId="{676F06CA-9EFA-EB9E-7C79-13661AF2CA15}"/>
          </ac:spMkLst>
        </pc:spChg>
        <pc:picChg chg="add mod">
          <ac:chgData name="dinesh kumar" userId="c80f01a4c693b8b2" providerId="LiveId" clId="{A62C2213-45A6-4425-B166-8F666751F7E8}" dt="2026-09-22T16:52:59.555" v="355" actId="14100"/>
          <ac:picMkLst>
            <pc:docMk/>
            <pc:sldMk cId="3643069041" sldId="277"/>
            <ac:picMk id="4" creationId="{1F991889-AA8E-3858-BF95-5F3DFAA815EF}"/>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846950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402001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379440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741977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564263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037397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619912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591698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578875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200600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693335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022569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5EF39FC-79CB-A707-F8C9-A7F265F82013}"/>
              </a:ext>
            </a:extLst>
          </p:cNvPr>
          <p:cNvSpPr>
            <a:spLocks noGrp="1"/>
          </p:cNvSpPr>
          <p:nvPr>
            <p:ph type="title"/>
          </p:nvPr>
        </p:nvSpPr>
        <p:spPr>
          <a:xfrm>
            <a:off x="457200" y="274638"/>
            <a:ext cx="11292840" cy="5833554"/>
          </a:xfrm>
        </p:spPr>
        <p:txBody>
          <a:bodyPr>
            <a:normAutofit/>
          </a:bodyPr>
          <a:lstStyle/>
          <a:p>
            <a:r>
              <a:rPr lang="en-IN" sz="6000" dirty="0">
                <a:highlight>
                  <a:srgbClr val="808000"/>
                </a:highlight>
              </a:rPr>
              <a:t>BOOSTING ALGORITHM</a:t>
            </a:r>
          </a:p>
        </p:txBody>
      </p:sp>
    </p:spTree>
    <p:extLst>
      <p:ext uri="{BB962C8B-B14F-4D97-AF65-F5344CB8AC3E}">
        <p14:creationId xmlns:p14="http://schemas.microsoft.com/office/powerpoint/2010/main" val="36915096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9B7C7-07A6-99A5-2BF1-AADCFAA2C190}"/>
              </a:ext>
            </a:extLst>
          </p:cNvPr>
          <p:cNvSpPr>
            <a:spLocks noGrp="1"/>
          </p:cNvSpPr>
          <p:nvPr>
            <p:ph type="title"/>
          </p:nvPr>
        </p:nvSpPr>
        <p:spPr/>
        <p:txBody>
          <a:bodyPr>
            <a:normAutofit/>
          </a:bodyPr>
          <a:lstStyle/>
          <a:p>
            <a:r>
              <a:rPr lang="en-IN" dirty="0"/>
              <a:t>What is boosting algorithm?</a:t>
            </a:r>
          </a:p>
        </p:txBody>
      </p:sp>
      <p:sp>
        <p:nvSpPr>
          <p:cNvPr id="4" name="Content Placeholder 3">
            <a:extLst>
              <a:ext uri="{FF2B5EF4-FFF2-40B4-BE49-F238E27FC236}">
                <a16:creationId xmlns:a16="http://schemas.microsoft.com/office/drawing/2014/main" id="{3AF73728-4703-A0F3-CE35-8DAA68960BB6}"/>
              </a:ext>
            </a:extLst>
          </p:cNvPr>
          <p:cNvSpPr>
            <a:spLocks noGrp="1"/>
          </p:cNvSpPr>
          <p:nvPr>
            <p:ph idx="1"/>
          </p:nvPr>
        </p:nvSpPr>
        <p:spPr>
          <a:xfrm>
            <a:off x="457200" y="1417638"/>
            <a:ext cx="11000232" cy="4708525"/>
          </a:xfrm>
        </p:spPr>
        <p:txBody>
          <a:bodyPr>
            <a:normAutofit/>
          </a:bodyPr>
          <a:lstStyle/>
          <a:p>
            <a:r>
              <a:rPr lang="en-IN" dirty="0"/>
              <a:t>Boosting is a powerful ensemble machine learning technique that combines multiple weak learners (simple models that perform only slightly better than random guessing) into a single strong learner to maximize predictive accuracy. </a:t>
            </a:r>
          </a:p>
          <a:p>
            <a:r>
              <a:rPr lang="en-IN" dirty="0"/>
              <a:t>Unlike parallel methods like Bagging, boosting operates </a:t>
            </a:r>
            <a:r>
              <a:rPr lang="en-IN" b="1" dirty="0"/>
              <a:t>sequentially</a:t>
            </a:r>
            <a:r>
              <a:rPr lang="en-IN" dirty="0"/>
              <a:t>, meaning each new model is explicitly trained to correct the mistakes made by the models that came before it. </a:t>
            </a:r>
          </a:p>
        </p:txBody>
      </p:sp>
    </p:spTree>
    <p:extLst>
      <p:ext uri="{BB962C8B-B14F-4D97-AF65-F5344CB8AC3E}">
        <p14:creationId xmlns:p14="http://schemas.microsoft.com/office/powerpoint/2010/main" val="26743052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630936" y="123444"/>
            <a:ext cx="10927080" cy="594360"/>
          </a:xfrm>
          <a:prstGeom prst="rect">
            <a:avLst/>
          </a:prstGeom>
          <a:noFill/>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sz="3000" b="1">
                <a:solidFill>
                  <a:srgbClr val="111827"/>
                </a:solidFill>
              </a:defRPr>
            </a:pPr>
            <a:r>
              <a:rPr kumimoji="0" sz="3000" b="1" i="0" u="none" strike="noStrike" kern="1200" cap="none" spc="0" normalizeH="0" baseline="0" noProof="0" dirty="0">
                <a:ln>
                  <a:noFill/>
                </a:ln>
                <a:solidFill>
                  <a:srgbClr val="111827"/>
                </a:solidFill>
                <a:effectLst/>
                <a:uLnTx/>
                <a:uFillTx/>
                <a:latin typeface="Calibri"/>
                <a:ea typeface="+mn-ea"/>
                <a:cs typeface="+mn-cs"/>
              </a:rPr>
              <a:t>Boosting Algorithm</a:t>
            </a:r>
          </a:p>
        </p:txBody>
      </p:sp>
      <p:sp>
        <p:nvSpPr>
          <p:cNvPr id="3" name="TextBox 2"/>
          <p:cNvSpPr txBox="1"/>
          <p:nvPr/>
        </p:nvSpPr>
        <p:spPr>
          <a:xfrm>
            <a:off x="621792" y="768096"/>
            <a:ext cx="10927080" cy="365760"/>
          </a:xfrm>
          <a:prstGeom prst="rect">
            <a:avLst/>
          </a:prstGeom>
          <a:noFill/>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sz="1400">
                <a:solidFill>
                  <a:srgbClr val="4B5563"/>
                </a:solidFill>
              </a:defRPr>
            </a:pPr>
            <a:r>
              <a:rPr kumimoji="0" sz="1400" b="0" i="0" u="none" strike="noStrike" kern="1200" cap="none" spc="0" normalizeH="0" baseline="0" noProof="0" dirty="0">
                <a:ln>
                  <a:noFill/>
                </a:ln>
                <a:solidFill>
                  <a:srgbClr val="4B5563"/>
                </a:solidFill>
                <a:effectLst/>
                <a:uLnTx/>
                <a:uFillTx/>
                <a:latin typeface="Calibri"/>
                <a:ea typeface="+mn-ea"/>
                <a:cs typeface="+mn-cs"/>
              </a:rPr>
              <a:t>Sequential learning: each model focuses on correcting previous errors</a:t>
            </a:r>
          </a:p>
        </p:txBody>
      </p:sp>
      <p:sp>
        <p:nvSpPr>
          <p:cNvPr id="4" name="Rounded Rectangle 3"/>
          <p:cNvSpPr/>
          <p:nvPr/>
        </p:nvSpPr>
        <p:spPr>
          <a:xfrm>
            <a:off x="2057400" y="1298448"/>
            <a:ext cx="8092440" cy="530352"/>
          </a:xfrm>
          <a:prstGeom prst="roundRect">
            <a:avLst/>
          </a:prstGeom>
          <a:solidFill>
            <a:srgbClr val="DBEAFE"/>
          </a:solidFill>
          <a:ln w="2159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Oval 4"/>
          <p:cNvSpPr/>
          <p:nvPr/>
        </p:nvSpPr>
        <p:spPr>
          <a:xfrm>
            <a:off x="2221992" y="1380744"/>
            <a:ext cx="365760" cy="36576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sz="1100" b="1">
                <a:solidFill>
                  <a:srgbClr val="FFFFFF"/>
                </a:solidFill>
              </a:defRPr>
            </a:pPr>
            <a:r>
              <a:rPr kumimoji="0" sz="1100" b="1" i="0" u="none" strike="noStrike" kern="1200" cap="none" spc="0" normalizeH="0" baseline="0" noProof="0">
                <a:ln>
                  <a:noFill/>
                </a:ln>
                <a:solidFill>
                  <a:srgbClr val="FFFFFF"/>
                </a:solidFill>
                <a:effectLst/>
                <a:uLnTx/>
                <a:uFillTx/>
                <a:latin typeface="Calibri"/>
                <a:ea typeface="+mn-ea"/>
                <a:cs typeface="+mn-cs"/>
              </a:rPr>
              <a:t>1</a:t>
            </a:r>
          </a:p>
        </p:txBody>
      </p:sp>
      <p:sp>
        <p:nvSpPr>
          <p:cNvPr id="6" name="TextBox 5"/>
          <p:cNvSpPr txBox="1"/>
          <p:nvPr/>
        </p:nvSpPr>
        <p:spPr>
          <a:xfrm>
            <a:off x="2743200" y="1335024"/>
            <a:ext cx="7086600" cy="457200"/>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600" b="1">
                <a:solidFill>
                  <a:srgbClr val="111827"/>
                </a:solidFill>
              </a:defRPr>
            </a:pPr>
            <a:r>
              <a:rPr kumimoji="0" sz="1600" b="1" i="0" u="none" strike="noStrike" kern="1200" cap="none" spc="0" normalizeH="0" baseline="0" noProof="0">
                <a:ln>
                  <a:noFill/>
                </a:ln>
                <a:solidFill>
                  <a:srgbClr val="111827"/>
                </a:solidFill>
                <a:effectLst/>
                <a:uLnTx/>
                <a:uFillTx/>
                <a:latin typeface="Calibri"/>
                <a:ea typeface="+mn-ea"/>
                <a:cs typeface="+mn-cs"/>
              </a:rPr>
              <a:t>Training Data</a:t>
            </a:r>
          </a:p>
          <a:p>
            <a:pPr marL="0" marR="0" lvl="0" indent="0" algn="l" defTabSz="457200" rtl="0" eaLnBrk="1" fontAlgn="auto" latinLnBrk="0" hangingPunct="1">
              <a:lnSpc>
                <a:spcPct val="100000"/>
              </a:lnSpc>
              <a:spcBef>
                <a:spcPts val="0"/>
              </a:spcBef>
              <a:spcAft>
                <a:spcPts val="0"/>
              </a:spcAft>
              <a:buClrTx/>
              <a:buSzTx/>
              <a:buFontTx/>
              <a:buNone/>
              <a:tabLst/>
              <a:defRPr sz="950">
                <a:solidFill>
                  <a:srgbClr val="4B5563"/>
                </a:solidFill>
              </a:defRPr>
            </a:pPr>
            <a:r>
              <a:rPr kumimoji="0" sz="950" b="0" i="0" u="none" strike="noStrike" kern="1200" cap="none" spc="0" normalizeH="0" baseline="0" noProof="0">
                <a:ln>
                  <a:noFill/>
                </a:ln>
                <a:solidFill>
                  <a:srgbClr val="4B5563"/>
                </a:solidFill>
                <a:effectLst/>
                <a:uLnTx/>
                <a:uFillTx/>
                <a:latin typeface="Calibri"/>
                <a:ea typeface="+mn-ea"/>
                <a:cs typeface="+mn-cs"/>
              </a:rPr>
              <a:t>Start with the original training dataset.</a:t>
            </a:r>
          </a:p>
        </p:txBody>
      </p:sp>
      <p:cxnSp>
        <p:nvCxnSpPr>
          <p:cNvPr id="7" name="Connector 6"/>
          <p:cNvCxnSpPr/>
          <p:nvPr/>
        </p:nvCxnSpPr>
        <p:spPr>
          <a:xfrm>
            <a:off x="6094476" y="1828800"/>
            <a:ext cx="0" cy="128016"/>
          </a:xfrm>
          <a:prstGeom prst="line">
            <a:avLst/>
          </a:prstGeom>
          <a:ln w="21590">
            <a:solidFill>
              <a:srgbClr val="6B7280"/>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057400" y="1956816"/>
            <a:ext cx="8092440" cy="530352"/>
          </a:xfrm>
          <a:prstGeom prst="roundRect">
            <a:avLst/>
          </a:prstGeom>
          <a:solidFill>
            <a:srgbClr val="EFF6FF"/>
          </a:solidFill>
          <a:ln w="21590">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9" name="Oval 8"/>
          <p:cNvSpPr/>
          <p:nvPr/>
        </p:nvSpPr>
        <p:spPr>
          <a:xfrm>
            <a:off x="2221992" y="2039112"/>
            <a:ext cx="365760" cy="365760"/>
          </a:xfrm>
          <a:prstGeom prst="ellipse">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sz="1100" b="1">
                <a:solidFill>
                  <a:srgbClr val="FFFFFF"/>
                </a:solidFill>
              </a:defRPr>
            </a:pPr>
            <a:r>
              <a:rPr kumimoji="0" sz="1100" b="1" i="0" u="none" strike="noStrike" kern="1200" cap="none" spc="0" normalizeH="0" baseline="0" noProof="0">
                <a:ln>
                  <a:noFill/>
                </a:ln>
                <a:solidFill>
                  <a:srgbClr val="FFFFFF"/>
                </a:solidFill>
                <a:effectLst/>
                <a:uLnTx/>
                <a:uFillTx/>
                <a:latin typeface="Calibri"/>
                <a:ea typeface="+mn-ea"/>
                <a:cs typeface="+mn-cs"/>
              </a:rPr>
              <a:t>2</a:t>
            </a:r>
          </a:p>
        </p:txBody>
      </p:sp>
      <p:sp>
        <p:nvSpPr>
          <p:cNvPr id="10" name="TextBox 9"/>
          <p:cNvSpPr txBox="1"/>
          <p:nvPr/>
        </p:nvSpPr>
        <p:spPr>
          <a:xfrm>
            <a:off x="2743200" y="1993392"/>
            <a:ext cx="7086600" cy="457200"/>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600" b="1">
                <a:solidFill>
                  <a:srgbClr val="111827"/>
                </a:solidFill>
              </a:defRPr>
            </a:pPr>
            <a:r>
              <a:rPr kumimoji="0" sz="1600" b="1" i="0" u="none" strike="noStrike" kern="1200" cap="none" spc="0" normalizeH="0" baseline="0" noProof="0">
                <a:ln>
                  <a:noFill/>
                </a:ln>
                <a:solidFill>
                  <a:srgbClr val="111827"/>
                </a:solidFill>
                <a:effectLst/>
                <a:uLnTx/>
                <a:uFillTx/>
                <a:latin typeface="Calibri"/>
                <a:ea typeface="+mn-ea"/>
                <a:cs typeface="+mn-cs"/>
              </a:rPr>
              <a:t>Model 1</a:t>
            </a:r>
          </a:p>
          <a:p>
            <a:pPr marL="0" marR="0" lvl="0" indent="0" algn="l" defTabSz="457200" rtl="0" eaLnBrk="1" fontAlgn="auto" latinLnBrk="0" hangingPunct="1">
              <a:lnSpc>
                <a:spcPct val="100000"/>
              </a:lnSpc>
              <a:spcBef>
                <a:spcPts val="0"/>
              </a:spcBef>
              <a:spcAft>
                <a:spcPts val="0"/>
              </a:spcAft>
              <a:buClrTx/>
              <a:buSzTx/>
              <a:buFontTx/>
              <a:buNone/>
              <a:tabLst/>
              <a:defRPr sz="950">
                <a:solidFill>
                  <a:srgbClr val="4B5563"/>
                </a:solidFill>
              </a:defRPr>
            </a:pPr>
            <a:r>
              <a:rPr kumimoji="0" sz="950" b="0" i="0" u="none" strike="noStrike" kern="1200" cap="none" spc="0" normalizeH="0" baseline="0" noProof="0">
                <a:ln>
                  <a:noFill/>
                </a:ln>
                <a:solidFill>
                  <a:srgbClr val="4B5563"/>
                </a:solidFill>
                <a:effectLst/>
                <a:uLnTx/>
                <a:uFillTx/>
                <a:latin typeface="Calibri"/>
                <a:ea typeface="+mn-ea"/>
                <a:cs typeface="+mn-cs"/>
              </a:rPr>
              <a:t>The first model learns patterns from the data.</a:t>
            </a:r>
          </a:p>
        </p:txBody>
      </p:sp>
      <p:cxnSp>
        <p:nvCxnSpPr>
          <p:cNvPr id="11" name="Connector 10"/>
          <p:cNvCxnSpPr/>
          <p:nvPr/>
        </p:nvCxnSpPr>
        <p:spPr>
          <a:xfrm>
            <a:off x="6094476" y="2487168"/>
            <a:ext cx="0" cy="128016"/>
          </a:xfrm>
          <a:prstGeom prst="line">
            <a:avLst/>
          </a:prstGeom>
          <a:ln w="21590">
            <a:solidFill>
              <a:srgbClr val="6B7280"/>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057400" y="2615184"/>
            <a:ext cx="8092440" cy="530352"/>
          </a:xfrm>
          <a:prstGeom prst="roundRect">
            <a:avLst/>
          </a:prstGeom>
          <a:solidFill>
            <a:srgbClr val="EFF6FF"/>
          </a:solidFill>
          <a:ln w="21590">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Oval 12"/>
          <p:cNvSpPr/>
          <p:nvPr/>
        </p:nvSpPr>
        <p:spPr>
          <a:xfrm>
            <a:off x="2221992" y="2697480"/>
            <a:ext cx="365760" cy="365760"/>
          </a:xfrm>
          <a:prstGeom prst="ellipse">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sz="1100" b="1">
                <a:solidFill>
                  <a:srgbClr val="FFFFFF"/>
                </a:solidFill>
              </a:defRPr>
            </a:pPr>
            <a:r>
              <a:rPr kumimoji="0" sz="1100" b="1" i="0" u="none" strike="noStrike" kern="1200" cap="none" spc="0" normalizeH="0" baseline="0" noProof="0">
                <a:ln>
                  <a:noFill/>
                </a:ln>
                <a:solidFill>
                  <a:srgbClr val="FFFFFF"/>
                </a:solidFill>
                <a:effectLst/>
                <a:uLnTx/>
                <a:uFillTx/>
                <a:latin typeface="Calibri"/>
                <a:ea typeface="+mn-ea"/>
                <a:cs typeface="+mn-cs"/>
              </a:rPr>
              <a:t>3</a:t>
            </a:r>
          </a:p>
        </p:txBody>
      </p:sp>
      <p:sp>
        <p:nvSpPr>
          <p:cNvPr id="14" name="TextBox 13"/>
          <p:cNvSpPr txBox="1"/>
          <p:nvPr/>
        </p:nvSpPr>
        <p:spPr>
          <a:xfrm>
            <a:off x="2743200" y="2651760"/>
            <a:ext cx="7086600" cy="457200"/>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600" b="1">
                <a:solidFill>
                  <a:srgbClr val="111827"/>
                </a:solidFill>
              </a:defRPr>
            </a:pPr>
            <a:r>
              <a:rPr kumimoji="0" sz="1600" b="1" i="0" u="none" strike="noStrike" kern="1200" cap="none" spc="0" normalizeH="0" baseline="0" noProof="0">
                <a:ln>
                  <a:noFill/>
                </a:ln>
                <a:solidFill>
                  <a:srgbClr val="111827"/>
                </a:solidFill>
                <a:effectLst/>
                <a:uLnTx/>
                <a:uFillTx/>
                <a:latin typeface="Calibri"/>
                <a:ea typeface="+mn-ea"/>
                <a:cs typeface="+mn-cs"/>
              </a:rPr>
              <a:t>Prediction</a:t>
            </a:r>
          </a:p>
          <a:p>
            <a:pPr marL="0" marR="0" lvl="0" indent="0" algn="l" defTabSz="457200" rtl="0" eaLnBrk="1" fontAlgn="auto" latinLnBrk="0" hangingPunct="1">
              <a:lnSpc>
                <a:spcPct val="100000"/>
              </a:lnSpc>
              <a:spcBef>
                <a:spcPts val="0"/>
              </a:spcBef>
              <a:spcAft>
                <a:spcPts val="0"/>
              </a:spcAft>
              <a:buClrTx/>
              <a:buSzTx/>
              <a:buFontTx/>
              <a:buNone/>
              <a:tabLst/>
              <a:defRPr sz="950">
                <a:solidFill>
                  <a:srgbClr val="4B5563"/>
                </a:solidFill>
              </a:defRPr>
            </a:pPr>
            <a:r>
              <a:rPr kumimoji="0" sz="950" b="0" i="0" u="none" strike="noStrike" kern="1200" cap="none" spc="0" normalizeH="0" baseline="0" noProof="0">
                <a:ln>
                  <a:noFill/>
                </a:ln>
                <a:solidFill>
                  <a:srgbClr val="4B5563"/>
                </a:solidFill>
                <a:effectLst/>
                <a:uLnTx/>
                <a:uFillTx/>
                <a:latin typeface="Calibri"/>
                <a:ea typeface="+mn-ea"/>
                <a:cs typeface="+mn-cs"/>
              </a:rPr>
              <a:t>Model 1 makes its initial predictions.</a:t>
            </a:r>
          </a:p>
        </p:txBody>
      </p:sp>
      <p:cxnSp>
        <p:nvCxnSpPr>
          <p:cNvPr id="15" name="Connector 14"/>
          <p:cNvCxnSpPr/>
          <p:nvPr/>
        </p:nvCxnSpPr>
        <p:spPr>
          <a:xfrm>
            <a:off x="6094476" y="3145536"/>
            <a:ext cx="0" cy="128016"/>
          </a:xfrm>
          <a:prstGeom prst="line">
            <a:avLst/>
          </a:prstGeom>
          <a:ln w="21590">
            <a:solidFill>
              <a:srgbClr val="6B7280"/>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2057400" y="3273552"/>
            <a:ext cx="8092440" cy="530352"/>
          </a:xfrm>
          <a:prstGeom prst="roundRect">
            <a:avLst/>
          </a:prstGeom>
          <a:solidFill>
            <a:srgbClr val="EFF6FF"/>
          </a:solidFill>
          <a:ln w="21590">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Oval 16"/>
          <p:cNvSpPr/>
          <p:nvPr/>
        </p:nvSpPr>
        <p:spPr>
          <a:xfrm>
            <a:off x="2221992" y="3355848"/>
            <a:ext cx="365760" cy="365760"/>
          </a:xfrm>
          <a:prstGeom prst="ellipse">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sz="1100" b="1">
                <a:solidFill>
                  <a:srgbClr val="FFFFFF"/>
                </a:solidFill>
              </a:defRPr>
            </a:pPr>
            <a:r>
              <a:rPr kumimoji="0" sz="1100" b="1" i="0" u="none" strike="noStrike" kern="1200" cap="none" spc="0" normalizeH="0" baseline="0" noProof="0">
                <a:ln>
                  <a:noFill/>
                </a:ln>
                <a:solidFill>
                  <a:srgbClr val="FFFFFF"/>
                </a:solidFill>
                <a:effectLst/>
                <a:uLnTx/>
                <a:uFillTx/>
                <a:latin typeface="Calibri"/>
                <a:ea typeface="+mn-ea"/>
                <a:cs typeface="+mn-cs"/>
              </a:rPr>
              <a:t>4</a:t>
            </a:r>
          </a:p>
        </p:txBody>
      </p:sp>
      <p:sp>
        <p:nvSpPr>
          <p:cNvPr id="18" name="TextBox 17"/>
          <p:cNvSpPr txBox="1"/>
          <p:nvPr/>
        </p:nvSpPr>
        <p:spPr>
          <a:xfrm>
            <a:off x="2743200" y="3310128"/>
            <a:ext cx="7086600" cy="457200"/>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600" b="1">
                <a:solidFill>
                  <a:srgbClr val="111827"/>
                </a:solidFill>
              </a:defRPr>
            </a:pPr>
            <a:r>
              <a:rPr kumimoji="0" sz="1600" b="1" i="0" u="none" strike="noStrike" kern="1200" cap="none" spc="0" normalizeH="0" baseline="0" noProof="0">
                <a:ln>
                  <a:noFill/>
                </a:ln>
                <a:solidFill>
                  <a:srgbClr val="111827"/>
                </a:solidFill>
                <a:effectLst/>
                <a:uLnTx/>
                <a:uFillTx/>
                <a:latin typeface="Calibri"/>
                <a:ea typeface="+mn-ea"/>
                <a:cs typeface="+mn-cs"/>
              </a:rPr>
              <a:t>Calculate Errors</a:t>
            </a:r>
          </a:p>
          <a:p>
            <a:pPr marL="0" marR="0" lvl="0" indent="0" algn="l" defTabSz="457200" rtl="0" eaLnBrk="1" fontAlgn="auto" latinLnBrk="0" hangingPunct="1">
              <a:lnSpc>
                <a:spcPct val="100000"/>
              </a:lnSpc>
              <a:spcBef>
                <a:spcPts val="0"/>
              </a:spcBef>
              <a:spcAft>
                <a:spcPts val="0"/>
              </a:spcAft>
              <a:buClrTx/>
              <a:buSzTx/>
              <a:buFontTx/>
              <a:buNone/>
              <a:tabLst/>
              <a:defRPr sz="950">
                <a:solidFill>
                  <a:srgbClr val="4B5563"/>
                </a:solidFill>
              </a:defRPr>
            </a:pPr>
            <a:r>
              <a:rPr kumimoji="0" sz="950" b="0" i="0" u="none" strike="noStrike" kern="1200" cap="none" spc="0" normalizeH="0" baseline="0" noProof="0">
                <a:ln>
                  <a:noFill/>
                </a:ln>
                <a:solidFill>
                  <a:srgbClr val="4B5563"/>
                </a:solidFill>
                <a:effectLst/>
                <a:uLnTx/>
                <a:uFillTx/>
                <a:latin typeface="Calibri"/>
                <a:ea typeface="+mn-ea"/>
                <a:cs typeface="+mn-cs"/>
              </a:rPr>
              <a:t>Identify the mistakes made by Model 1.</a:t>
            </a:r>
          </a:p>
        </p:txBody>
      </p:sp>
      <p:cxnSp>
        <p:nvCxnSpPr>
          <p:cNvPr id="19" name="Connector 18"/>
          <p:cNvCxnSpPr/>
          <p:nvPr/>
        </p:nvCxnSpPr>
        <p:spPr>
          <a:xfrm>
            <a:off x="6094476" y="3803904"/>
            <a:ext cx="0" cy="128016"/>
          </a:xfrm>
          <a:prstGeom prst="line">
            <a:avLst/>
          </a:prstGeom>
          <a:ln w="21590">
            <a:solidFill>
              <a:srgbClr val="6B7280"/>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2057400" y="3931920"/>
            <a:ext cx="8092440" cy="530352"/>
          </a:xfrm>
          <a:prstGeom prst="roundRect">
            <a:avLst/>
          </a:prstGeom>
          <a:solidFill>
            <a:srgbClr val="DCFCE7"/>
          </a:solidFill>
          <a:ln w="2159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1" name="Oval 20"/>
          <p:cNvSpPr/>
          <p:nvPr/>
        </p:nvSpPr>
        <p:spPr>
          <a:xfrm>
            <a:off x="2221992" y="4014216"/>
            <a:ext cx="365760" cy="365760"/>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sz="1100" b="1">
                <a:solidFill>
                  <a:srgbClr val="FFFFFF"/>
                </a:solidFill>
              </a:defRPr>
            </a:pPr>
            <a:r>
              <a:rPr kumimoji="0" sz="1100" b="1" i="0" u="none" strike="noStrike" kern="1200" cap="none" spc="0" normalizeH="0" baseline="0" noProof="0">
                <a:ln>
                  <a:noFill/>
                </a:ln>
                <a:solidFill>
                  <a:srgbClr val="FFFFFF"/>
                </a:solidFill>
                <a:effectLst/>
                <a:uLnTx/>
                <a:uFillTx/>
                <a:latin typeface="Calibri"/>
                <a:ea typeface="+mn-ea"/>
                <a:cs typeface="+mn-cs"/>
              </a:rPr>
              <a:t>5</a:t>
            </a:r>
          </a:p>
        </p:txBody>
      </p:sp>
      <p:sp>
        <p:nvSpPr>
          <p:cNvPr id="22" name="TextBox 21"/>
          <p:cNvSpPr txBox="1"/>
          <p:nvPr/>
        </p:nvSpPr>
        <p:spPr>
          <a:xfrm>
            <a:off x="2743200" y="3968496"/>
            <a:ext cx="7086600" cy="457200"/>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600" b="1">
                <a:solidFill>
                  <a:srgbClr val="111827"/>
                </a:solidFill>
              </a:defRPr>
            </a:pPr>
            <a:r>
              <a:rPr kumimoji="0" sz="1600" b="1" i="0" u="none" strike="noStrike" kern="1200" cap="none" spc="0" normalizeH="0" baseline="0" noProof="0">
                <a:ln>
                  <a:noFill/>
                </a:ln>
                <a:solidFill>
                  <a:srgbClr val="111827"/>
                </a:solidFill>
                <a:effectLst/>
                <a:uLnTx/>
                <a:uFillTx/>
                <a:latin typeface="Calibri"/>
                <a:ea typeface="+mn-ea"/>
                <a:cs typeface="+mn-cs"/>
              </a:rPr>
              <a:t>Model 2 learns to correct errors</a:t>
            </a:r>
          </a:p>
          <a:p>
            <a:pPr marL="0" marR="0" lvl="0" indent="0" algn="l" defTabSz="457200" rtl="0" eaLnBrk="1" fontAlgn="auto" latinLnBrk="0" hangingPunct="1">
              <a:lnSpc>
                <a:spcPct val="100000"/>
              </a:lnSpc>
              <a:spcBef>
                <a:spcPts val="0"/>
              </a:spcBef>
              <a:spcAft>
                <a:spcPts val="0"/>
              </a:spcAft>
              <a:buClrTx/>
              <a:buSzTx/>
              <a:buFontTx/>
              <a:buNone/>
              <a:tabLst/>
              <a:defRPr sz="950">
                <a:solidFill>
                  <a:srgbClr val="4B5563"/>
                </a:solidFill>
              </a:defRPr>
            </a:pPr>
            <a:r>
              <a:rPr kumimoji="0" sz="950" b="0" i="0" u="none" strike="noStrike" kern="1200" cap="none" spc="0" normalizeH="0" baseline="0" noProof="0">
                <a:ln>
                  <a:noFill/>
                </a:ln>
                <a:solidFill>
                  <a:srgbClr val="4B5563"/>
                </a:solidFill>
                <a:effectLst/>
                <a:uLnTx/>
                <a:uFillTx/>
                <a:latin typeface="Calibri"/>
                <a:ea typeface="+mn-ea"/>
                <a:cs typeface="+mn-cs"/>
              </a:rPr>
              <a:t>Model 2 focuses more on the previous mistakes.</a:t>
            </a:r>
          </a:p>
        </p:txBody>
      </p:sp>
      <p:cxnSp>
        <p:nvCxnSpPr>
          <p:cNvPr id="23" name="Connector 22"/>
          <p:cNvCxnSpPr/>
          <p:nvPr/>
        </p:nvCxnSpPr>
        <p:spPr>
          <a:xfrm>
            <a:off x="6094476" y="4462272"/>
            <a:ext cx="0" cy="128016"/>
          </a:xfrm>
          <a:prstGeom prst="line">
            <a:avLst/>
          </a:prstGeom>
          <a:ln w="21590">
            <a:solidFill>
              <a:srgbClr val="6B7280"/>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2057400" y="4590288"/>
            <a:ext cx="8092440" cy="530352"/>
          </a:xfrm>
          <a:prstGeom prst="roundRect">
            <a:avLst/>
          </a:prstGeom>
          <a:solidFill>
            <a:srgbClr val="DCFCE7"/>
          </a:solidFill>
          <a:ln w="2159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5" name="Oval 24"/>
          <p:cNvSpPr/>
          <p:nvPr/>
        </p:nvSpPr>
        <p:spPr>
          <a:xfrm>
            <a:off x="2221992" y="4672584"/>
            <a:ext cx="365760" cy="365760"/>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sz="1100" b="1">
                <a:solidFill>
                  <a:srgbClr val="FFFFFF"/>
                </a:solidFill>
              </a:defRPr>
            </a:pPr>
            <a:r>
              <a:rPr kumimoji="0" sz="1100" b="1" i="0" u="none" strike="noStrike" kern="1200" cap="none" spc="0" normalizeH="0" baseline="0" noProof="0">
                <a:ln>
                  <a:noFill/>
                </a:ln>
                <a:solidFill>
                  <a:srgbClr val="FFFFFF"/>
                </a:solidFill>
                <a:effectLst/>
                <a:uLnTx/>
                <a:uFillTx/>
                <a:latin typeface="Calibri"/>
                <a:ea typeface="+mn-ea"/>
                <a:cs typeface="+mn-cs"/>
              </a:rPr>
              <a:t>6</a:t>
            </a:r>
          </a:p>
        </p:txBody>
      </p:sp>
      <p:sp>
        <p:nvSpPr>
          <p:cNvPr id="26" name="TextBox 25"/>
          <p:cNvSpPr txBox="1"/>
          <p:nvPr/>
        </p:nvSpPr>
        <p:spPr>
          <a:xfrm>
            <a:off x="2743200" y="4626864"/>
            <a:ext cx="7086600" cy="457200"/>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600" b="1">
                <a:solidFill>
                  <a:srgbClr val="111827"/>
                </a:solidFill>
              </a:defRPr>
            </a:pPr>
            <a:r>
              <a:rPr kumimoji="0" sz="1600" b="1" i="0" u="none" strike="noStrike" kern="1200" cap="none" spc="0" normalizeH="0" baseline="0" noProof="0">
                <a:ln>
                  <a:noFill/>
                </a:ln>
                <a:solidFill>
                  <a:srgbClr val="111827"/>
                </a:solidFill>
                <a:effectLst/>
                <a:uLnTx/>
                <a:uFillTx/>
                <a:latin typeface="Calibri"/>
                <a:ea typeface="+mn-ea"/>
                <a:cs typeface="+mn-cs"/>
              </a:rPr>
              <a:t>Updated Prediction</a:t>
            </a:r>
          </a:p>
          <a:p>
            <a:pPr marL="0" marR="0" lvl="0" indent="0" algn="l" defTabSz="457200" rtl="0" eaLnBrk="1" fontAlgn="auto" latinLnBrk="0" hangingPunct="1">
              <a:lnSpc>
                <a:spcPct val="100000"/>
              </a:lnSpc>
              <a:spcBef>
                <a:spcPts val="0"/>
              </a:spcBef>
              <a:spcAft>
                <a:spcPts val="0"/>
              </a:spcAft>
              <a:buClrTx/>
              <a:buSzTx/>
              <a:buFontTx/>
              <a:buNone/>
              <a:tabLst/>
              <a:defRPr sz="950">
                <a:solidFill>
                  <a:srgbClr val="4B5563"/>
                </a:solidFill>
              </a:defRPr>
            </a:pPr>
            <a:r>
              <a:rPr kumimoji="0" sz="950" b="0" i="0" u="none" strike="noStrike" kern="1200" cap="none" spc="0" normalizeH="0" baseline="0" noProof="0">
                <a:ln>
                  <a:noFill/>
                </a:ln>
                <a:solidFill>
                  <a:srgbClr val="4B5563"/>
                </a:solidFill>
                <a:effectLst/>
                <a:uLnTx/>
                <a:uFillTx/>
                <a:latin typeface="Calibri"/>
                <a:ea typeface="+mn-ea"/>
                <a:cs typeface="+mn-cs"/>
              </a:rPr>
              <a:t>Combine the learning from Models 1 and 2.</a:t>
            </a:r>
          </a:p>
        </p:txBody>
      </p:sp>
      <p:cxnSp>
        <p:nvCxnSpPr>
          <p:cNvPr id="27" name="Connector 26"/>
          <p:cNvCxnSpPr/>
          <p:nvPr/>
        </p:nvCxnSpPr>
        <p:spPr>
          <a:xfrm>
            <a:off x="6094476" y="5120640"/>
            <a:ext cx="0" cy="128016"/>
          </a:xfrm>
          <a:prstGeom prst="line">
            <a:avLst/>
          </a:prstGeom>
          <a:ln w="21590">
            <a:solidFill>
              <a:srgbClr val="6B7280"/>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2057400" y="5248656"/>
            <a:ext cx="8092440" cy="530352"/>
          </a:xfrm>
          <a:prstGeom prst="roundRect">
            <a:avLst/>
          </a:prstGeom>
          <a:solidFill>
            <a:srgbClr val="FEF9C3"/>
          </a:solidFill>
          <a:ln w="21590">
            <a:solidFill>
              <a:srgbClr val="EAB308"/>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9" name="Oval 28"/>
          <p:cNvSpPr/>
          <p:nvPr/>
        </p:nvSpPr>
        <p:spPr>
          <a:xfrm>
            <a:off x="2221992" y="5330952"/>
            <a:ext cx="365760" cy="365760"/>
          </a:xfrm>
          <a:prstGeom prst="ellipse">
            <a:avLst/>
          </a:prstGeom>
          <a:solidFill>
            <a:srgbClr val="EAB3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sz="1100" b="1">
                <a:solidFill>
                  <a:srgbClr val="FFFFFF"/>
                </a:solidFill>
              </a:defRPr>
            </a:pPr>
            <a:r>
              <a:rPr kumimoji="0" sz="1100" b="1" i="0" u="none" strike="noStrike" kern="1200" cap="none" spc="0" normalizeH="0" baseline="0" noProof="0">
                <a:ln>
                  <a:noFill/>
                </a:ln>
                <a:solidFill>
                  <a:srgbClr val="FFFFFF"/>
                </a:solidFill>
                <a:effectLst/>
                <a:uLnTx/>
                <a:uFillTx/>
                <a:latin typeface="Calibri"/>
                <a:ea typeface="+mn-ea"/>
                <a:cs typeface="+mn-cs"/>
              </a:rPr>
              <a:t>7</a:t>
            </a:r>
          </a:p>
        </p:txBody>
      </p:sp>
      <p:sp>
        <p:nvSpPr>
          <p:cNvPr id="30" name="TextBox 29"/>
          <p:cNvSpPr txBox="1"/>
          <p:nvPr/>
        </p:nvSpPr>
        <p:spPr>
          <a:xfrm>
            <a:off x="2743200" y="5285232"/>
            <a:ext cx="7086600" cy="457200"/>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600" b="1">
                <a:solidFill>
                  <a:srgbClr val="111827"/>
                </a:solidFill>
              </a:defRPr>
            </a:pPr>
            <a:r>
              <a:rPr kumimoji="0" sz="1600" b="1" i="0" u="none" strike="noStrike" kern="1200" cap="none" spc="0" normalizeH="0" baseline="0" noProof="0">
                <a:ln>
                  <a:noFill/>
                </a:ln>
                <a:solidFill>
                  <a:srgbClr val="111827"/>
                </a:solidFill>
                <a:effectLst/>
                <a:uLnTx/>
                <a:uFillTx/>
                <a:latin typeface="Calibri"/>
                <a:ea typeface="+mn-ea"/>
                <a:cs typeface="+mn-cs"/>
              </a:rPr>
              <a:t>Model 3 corrects remaining errors</a:t>
            </a:r>
          </a:p>
          <a:p>
            <a:pPr marL="0" marR="0" lvl="0" indent="0" algn="l" defTabSz="457200" rtl="0" eaLnBrk="1" fontAlgn="auto" latinLnBrk="0" hangingPunct="1">
              <a:lnSpc>
                <a:spcPct val="100000"/>
              </a:lnSpc>
              <a:spcBef>
                <a:spcPts val="0"/>
              </a:spcBef>
              <a:spcAft>
                <a:spcPts val="0"/>
              </a:spcAft>
              <a:buClrTx/>
              <a:buSzTx/>
              <a:buFontTx/>
              <a:buNone/>
              <a:tabLst/>
              <a:defRPr sz="950">
                <a:solidFill>
                  <a:srgbClr val="4B5563"/>
                </a:solidFill>
              </a:defRPr>
            </a:pPr>
            <a:r>
              <a:rPr kumimoji="0" sz="950" b="0" i="0" u="none" strike="noStrike" kern="1200" cap="none" spc="0" normalizeH="0" baseline="0" noProof="0">
                <a:ln>
                  <a:noFill/>
                </a:ln>
                <a:solidFill>
                  <a:srgbClr val="4B5563"/>
                </a:solidFill>
                <a:effectLst/>
                <a:uLnTx/>
                <a:uFillTx/>
                <a:latin typeface="Calibri"/>
                <a:ea typeface="+mn-ea"/>
                <a:cs typeface="+mn-cs"/>
              </a:rPr>
              <a:t>Model 3 focuses on errors that still remain.</a:t>
            </a:r>
          </a:p>
        </p:txBody>
      </p:sp>
      <p:cxnSp>
        <p:nvCxnSpPr>
          <p:cNvPr id="31" name="Connector 30"/>
          <p:cNvCxnSpPr/>
          <p:nvPr/>
        </p:nvCxnSpPr>
        <p:spPr>
          <a:xfrm>
            <a:off x="6094476" y="5779008"/>
            <a:ext cx="0" cy="128016"/>
          </a:xfrm>
          <a:prstGeom prst="line">
            <a:avLst/>
          </a:prstGeom>
          <a:ln w="21590">
            <a:solidFill>
              <a:srgbClr val="6B7280"/>
            </a:solidFill>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2057400" y="5907024"/>
            <a:ext cx="8092440" cy="530352"/>
          </a:xfrm>
          <a:prstGeom prst="roundRect">
            <a:avLst/>
          </a:prstGeom>
          <a:solidFill>
            <a:srgbClr val="F3E8FF"/>
          </a:solidFill>
          <a:ln w="2159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3" name="Oval 32"/>
          <p:cNvSpPr/>
          <p:nvPr/>
        </p:nvSpPr>
        <p:spPr>
          <a:xfrm>
            <a:off x="2221992" y="5989320"/>
            <a:ext cx="365760" cy="365760"/>
          </a:xfrm>
          <a:prstGeom prst="ellipse">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sz="1100" b="1">
                <a:solidFill>
                  <a:srgbClr val="FFFFFF"/>
                </a:solidFill>
              </a:defRPr>
            </a:pPr>
            <a:r>
              <a:rPr kumimoji="0" sz="1100" b="1" i="0" u="none" strike="noStrike" kern="1200" cap="none" spc="0" normalizeH="0" baseline="0" noProof="0">
                <a:ln>
                  <a:noFill/>
                </a:ln>
                <a:solidFill>
                  <a:srgbClr val="FFFFFF"/>
                </a:solidFill>
                <a:effectLst/>
                <a:uLnTx/>
                <a:uFillTx/>
                <a:latin typeface="Calibri"/>
                <a:ea typeface="+mn-ea"/>
                <a:cs typeface="+mn-cs"/>
              </a:rPr>
              <a:t>8</a:t>
            </a:r>
          </a:p>
        </p:txBody>
      </p:sp>
      <p:sp>
        <p:nvSpPr>
          <p:cNvPr id="34" name="TextBox 33"/>
          <p:cNvSpPr txBox="1"/>
          <p:nvPr/>
        </p:nvSpPr>
        <p:spPr>
          <a:xfrm>
            <a:off x="2743200" y="5943600"/>
            <a:ext cx="7086600" cy="457200"/>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600" b="1">
                <a:solidFill>
                  <a:srgbClr val="111827"/>
                </a:solidFill>
              </a:defRPr>
            </a:pPr>
            <a:r>
              <a:rPr kumimoji="0" sz="1600" b="1" i="0" u="none" strike="noStrike" kern="1200" cap="none" spc="0" normalizeH="0" baseline="0" noProof="0">
                <a:ln>
                  <a:noFill/>
                </a:ln>
                <a:solidFill>
                  <a:srgbClr val="111827"/>
                </a:solidFill>
                <a:effectLst/>
                <a:uLnTx/>
                <a:uFillTx/>
                <a:latin typeface="Calibri"/>
                <a:ea typeface="+mn-ea"/>
                <a:cs typeface="+mn-cs"/>
              </a:rPr>
              <a:t>Final Prediction</a:t>
            </a:r>
          </a:p>
          <a:p>
            <a:pPr marL="0" marR="0" lvl="0" indent="0" algn="l" defTabSz="457200" rtl="0" eaLnBrk="1" fontAlgn="auto" latinLnBrk="0" hangingPunct="1">
              <a:lnSpc>
                <a:spcPct val="100000"/>
              </a:lnSpc>
              <a:spcBef>
                <a:spcPts val="0"/>
              </a:spcBef>
              <a:spcAft>
                <a:spcPts val="0"/>
              </a:spcAft>
              <a:buClrTx/>
              <a:buSzTx/>
              <a:buFontTx/>
              <a:buNone/>
              <a:tabLst/>
              <a:defRPr sz="950">
                <a:solidFill>
                  <a:srgbClr val="4B5563"/>
                </a:solidFill>
              </a:defRPr>
            </a:pPr>
            <a:r>
              <a:rPr kumimoji="0" sz="950" b="0" i="0" u="none" strike="noStrike" kern="1200" cap="none" spc="0" normalizeH="0" baseline="0" noProof="0">
                <a:ln>
                  <a:noFill/>
                </a:ln>
                <a:solidFill>
                  <a:srgbClr val="4B5563"/>
                </a:solidFill>
                <a:effectLst/>
                <a:uLnTx/>
                <a:uFillTx/>
                <a:latin typeface="Calibri"/>
                <a:ea typeface="+mn-ea"/>
                <a:cs typeface="+mn-cs"/>
              </a:rPr>
              <a:t>Combine the models to produce the final prediction.</a:t>
            </a:r>
          </a:p>
        </p:txBody>
      </p:sp>
      <p:sp>
        <p:nvSpPr>
          <p:cNvPr id="35" name="Rounded Rectangle 34"/>
          <p:cNvSpPr/>
          <p:nvPr/>
        </p:nvSpPr>
        <p:spPr>
          <a:xfrm>
            <a:off x="2468880" y="6473952"/>
            <a:ext cx="7269480" cy="384048"/>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sz="1200" b="1">
                <a:solidFill>
                  <a:srgbClr val="334155"/>
                </a:solidFill>
              </a:defRPr>
            </a:pPr>
            <a:r>
              <a:rPr kumimoji="0" sz="1200" b="1" i="0" u="none" strike="noStrike" kern="1200" cap="none" spc="0" normalizeH="0" baseline="0" noProof="0" dirty="0">
                <a:ln>
                  <a:noFill/>
                </a:ln>
                <a:solidFill>
                  <a:srgbClr val="334155"/>
                </a:solidFill>
                <a:effectLst/>
                <a:uLnTx/>
                <a:uFillTx/>
                <a:latin typeface="Calibri"/>
                <a:ea typeface="+mn-ea"/>
                <a:cs typeface="+mn-cs"/>
              </a:rPr>
              <a:t>Core idea: New models learn from the errors made by earlier models.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337108C-B52B-5CB1-BBD4-7B78A550E4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1168" y="410028"/>
            <a:ext cx="11990832" cy="6037943"/>
          </a:xfrm>
          <a:prstGeom prst="rect">
            <a:avLst/>
          </a:prstGeom>
        </p:spPr>
      </p:pic>
    </p:spTree>
    <p:extLst>
      <p:ext uri="{BB962C8B-B14F-4D97-AF65-F5344CB8AC3E}">
        <p14:creationId xmlns:p14="http://schemas.microsoft.com/office/powerpoint/2010/main" val="9939728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2FD537-7C3A-1C24-8F29-266FA5486B48}"/>
              </a:ext>
            </a:extLst>
          </p:cNvPr>
          <p:cNvSpPr>
            <a:spLocks noGrp="1"/>
          </p:cNvSpPr>
          <p:nvPr>
            <p:ph type="title"/>
          </p:nvPr>
        </p:nvSpPr>
        <p:spPr/>
        <p:txBody>
          <a:bodyPr/>
          <a:lstStyle/>
          <a:p>
            <a:r>
              <a:rPr lang="en-IN" dirty="0"/>
              <a:t>What is </a:t>
            </a:r>
            <a:r>
              <a:rPr lang="en-IN" b="1" dirty="0"/>
              <a:t>AdaBoost</a:t>
            </a:r>
            <a:r>
              <a:rPr lang="en-IN" dirty="0"/>
              <a:t> algorithm?</a:t>
            </a:r>
          </a:p>
        </p:txBody>
      </p:sp>
      <p:sp>
        <p:nvSpPr>
          <p:cNvPr id="3" name="Content Placeholder 2">
            <a:extLst>
              <a:ext uri="{FF2B5EF4-FFF2-40B4-BE49-F238E27FC236}">
                <a16:creationId xmlns:a16="http://schemas.microsoft.com/office/drawing/2014/main" id="{3AC4C325-FA4E-6216-B39D-FAB2A8057D35}"/>
              </a:ext>
            </a:extLst>
          </p:cNvPr>
          <p:cNvSpPr>
            <a:spLocks noGrp="1"/>
          </p:cNvSpPr>
          <p:nvPr>
            <p:ph idx="1"/>
          </p:nvPr>
        </p:nvSpPr>
        <p:spPr>
          <a:xfrm>
            <a:off x="457200" y="1993392"/>
            <a:ext cx="10981944" cy="4132771"/>
          </a:xfrm>
        </p:spPr>
        <p:txBody>
          <a:bodyPr>
            <a:normAutofit/>
          </a:bodyPr>
          <a:lstStyle/>
          <a:p>
            <a:r>
              <a:rPr lang="en-IN" b="1" dirty="0"/>
              <a:t>AdaBoost</a:t>
            </a:r>
            <a:r>
              <a:rPr lang="en-IN" dirty="0"/>
              <a:t>, short for </a:t>
            </a:r>
            <a:r>
              <a:rPr lang="en-IN" b="1" dirty="0"/>
              <a:t>Adaptive Boosting</a:t>
            </a:r>
            <a:r>
              <a:rPr lang="en-IN" dirty="0"/>
              <a:t>, is a powerful ensemble machine learning algorithm that combines multiple weak cl</a:t>
            </a:r>
          </a:p>
          <a:p>
            <a:r>
              <a:rPr lang="en-IN" dirty="0"/>
              <a:t>The core philosophy of AdaBoost is </a:t>
            </a:r>
            <a:r>
              <a:rPr lang="en-IN" b="1" dirty="0"/>
              <a:t>sequential learning</a:t>
            </a:r>
            <a:r>
              <a:rPr lang="en-IN" dirty="0"/>
              <a:t>: instead of training models independently in parallel (like Random Forests), it trains models one after the other, with each new model specifically designed to correct the mistakes made by the previous ones. </a:t>
            </a:r>
            <a:r>
              <a:rPr lang="en-IN" dirty="0" err="1"/>
              <a:t>assifiers</a:t>
            </a:r>
            <a:r>
              <a:rPr lang="en-IN" dirty="0"/>
              <a:t> to build a single strong model.</a:t>
            </a:r>
          </a:p>
        </p:txBody>
      </p:sp>
    </p:spTree>
    <p:extLst>
      <p:ext uri="{BB962C8B-B14F-4D97-AF65-F5344CB8AC3E}">
        <p14:creationId xmlns:p14="http://schemas.microsoft.com/office/powerpoint/2010/main" val="4404462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4D11B9B-2F82-E833-519A-3360B2B8466C}"/>
              </a:ext>
            </a:extLst>
          </p:cNvPr>
          <p:cNvPicPr>
            <a:picLocks noChangeAspect="1"/>
          </p:cNvPicPr>
          <p:nvPr/>
        </p:nvPicPr>
        <p:blipFill>
          <a:blip r:embed="rId2"/>
          <a:stretch>
            <a:fillRect/>
          </a:stretch>
        </p:blipFill>
        <p:spPr>
          <a:xfrm>
            <a:off x="485775" y="300037"/>
            <a:ext cx="11220450" cy="6257925"/>
          </a:xfrm>
          <a:prstGeom prst="rect">
            <a:avLst/>
          </a:prstGeom>
        </p:spPr>
      </p:pic>
    </p:spTree>
    <p:extLst>
      <p:ext uri="{BB962C8B-B14F-4D97-AF65-F5344CB8AC3E}">
        <p14:creationId xmlns:p14="http://schemas.microsoft.com/office/powerpoint/2010/main" val="31057869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22324DA-F1C4-B9A7-9EB1-99AD2C31D504}"/>
              </a:ext>
            </a:extLst>
          </p:cNvPr>
          <p:cNvSpPr>
            <a:spLocks noGrp="1"/>
          </p:cNvSpPr>
          <p:nvPr>
            <p:ph type="title"/>
          </p:nvPr>
        </p:nvSpPr>
        <p:spPr>
          <a:xfrm>
            <a:off x="1981200" y="201168"/>
            <a:ext cx="8229600" cy="637032"/>
          </a:xfrm>
        </p:spPr>
        <p:txBody>
          <a:bodyPr>
            <a:normAutofit fontScale="90000"/>
          </a:bodyPr>
          <a:lstStyle/>
          <a:p>
            <a:r>
              <a:rPr lang="en-IN" dirty="0"/>
              <a:t>Work Flow</a:t>
            </a:r>
          </a:p>
        </p:txBody>
      </p:sp>
      <p:pic>
        <p:nvPicPr>
          <p:cNvPr id="6" name="Picture 5">
            <a:extLst>
              <a:ext uri="{FF2B5EF4-FFF2-40B4-BE49-F238E27FC236}">
                <a16:creationId xmlns:a16="http://schemas.microsoft.com/office/drawing/2014/main" id="{046F3EF1-FFB8-B275-BEBD-5D96F17674A6}"/>
              </a:ext>
            </a:extLst>
          </p:cNvPr>
          <p:cNvPicPr>
            <a:picLocks noChangeAspect="1"/>
          </p:cNvPicPr>
          <p:nvPr/>
        </p:nvPicPr>
        <p:blipFill>
          <a:blip r:embed="rId2"/>
          <a:stretch>
            <a:fillRect/>
          </a:stretch>
        </p:blipFill>
        <p:spPr>
          <a:xfrm>
            <a:off x="2623947" y="1397508"/>
            <a:ext cx="8096250" cy="4940808"/>
          </a:xfrm>
          <a:prstGeom prst="rect">
            <a:avLst/>
          </a:prstGeom>
        </p:spPr>
      </p:pic>
    </p:spTree>
    <p:extLst>
      <p:ext uri="{BB962C8B-B14F-4D97-AF65-F5344CB8AC3E}">
        <p14:creationId xmlns:p14="http://schemas.microsoft.com/office/powerpoint/2010/main" val="19589901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Extending Machine Learning Algorithms – AdaBoost Classifier | packtpub.com">
            <a:extLst>
              <a:ext uri="{FF2B5EF4-FFF2-40B4-BE49-F238E27FC236}">
                <a16:creationId xmlns:a16="http://schemas.microsoft.com/office/drawing/2014/main" id="{B2A9C784-54AD-1DE0-4823-EC2A9D76EA9A}"/>
              </a:ext>
            </a:extLst>
          </p:cNvPr>
          <p:cNvPicPr>
            <a:picLocks noChangeAspect="1"/>
          </p:cNvPicPr>
          <p:nvPr/>
        </p:nvPicPr>
        <p:blipFill>
          <a:blip r:embed="rId2"/>
          <a:stretch>
            <a:fillRect/>
          </a:stretch>
        </p:blipFill>
        <p:spPr>
          <a:xfrm>
            <a:off x="1525143" y="762702"/>
            <a:ext cx="9141714" cy="5332595"/>
          </a:xfrm>
          <a:prstGeom prst="rect">
            <a:avLst/>
          </a:prstGeom>
        </p:spPr>
      </p:pic>
      <p:sp>
        <p:nvSpPr>
          <p:cNvPr id="5" name="TextBox 4">
            <a:extLst>
              <a:ext uri="{FF2B5EF4-FFF2-40B4-BE49-F238E27FC236}">
                <a16:creationId xmlns:a16="http://schemas.microsoft.com/office/drawing/2014/main" id="{FE12C4B8-07DD-EB6B-9E7E-C410D17B636A}"/>
              </a:ext>
            </a:extLst>
          </p:cNvPr>
          <p:cNvSpPr txBox="1"/>
          <p:nvPr/>
        </p:nvSpPr>
        <p:spPr>
          <a:xfrm>
            <a:off x="2231136" y="164592"/>
            <a:ext cx="2039112" cy="461665"/>
          </a:xfrm>
          <a:prstGeom prst="rect">
            <a:avLst/>
          </a:prstGeom>
          <a:noFill/>
        </p:spPr>
        <p:txBody>
          <a:bodyPr wrap="square" rtlCol="0">
            <a:spAutoFit/>
          </a:bodyPr>
          <a:lstStyle/>
          <a:p>
            <a:r>
              <a:rPr lang="en-IN" sz="2400" dirty="0"/>
              <a:t>Example</a:t>
            </a:r>
            <a:endParaRPr lang="en-IN" dirty="0"/>
          </a:p>
        </p:txBody>
      </p:sp>
    </p:spTree>
    <p:extLst>
      <p:ext uri="{BB962C8B-B14F-4D97-AF65-F5344CB8AC3E}">
        <p14:creationId xmlns:p14="http://schemas.microsoft.com/office/powerpoint/2010/main" val="5683126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daboost Algorithm: Boosting your ML models to the Next Level">
            <a:extLst>
              <a:ext uri="{FF2B5EF4-FFF2-40B4-BE49-F238E27FC236}">
                <a16:creationId xmlns:a16="http://schemas.microsoft.com/office/drawing/2014/main" id="{48B868E1-F134-2AF0-FFCC-3B87F1D6B401}"/>
              </a:ext>
            </a:extLst>
          </p:cNvPr>
          <p:cNvPicPr>
            <a:picLocks noChangeAspect="1"/>
          </p:cNvPicPr>
          <p:nvPr/>
        </p:nvPicPr>
        <p:blipFill>
          <a:blip r:embed="rId2"/>
          <a:srcRect b="12233"/>
          <a:stretch>
            <a:fillRect/>
          </a:stretch>
        </p:blipFill>
        <p:spPr>
          <a:xfrm>
            <a:off x="1523618" y="676656"/>
            <a:ext cx="9897238" cy="5266943"/>
          </a:xfrm>
          <a:prstGeom prst="rect">
            <a:avLst/>
          </a:prstGeom>
        </p:spPr>
      </p:pic>
    </p:spTree>
    <p:extLst>
      <p:ext uri="{BB962C8B-B14F-4D97-AF65-F5344CB8AC3E}">
        <p14:creationId xmlns:p14="http://schemas.microsoft.com/office/powerpoint/2010/main" val="4241158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1F892B-A626-F32A-502E-48A9DDFCB0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C486C5-9D2D-9FA7-2349-CCCEBA5F4F85}"/>
              </a:ext>
            </a:extLst>
          </p:cNvPr>
          <p:cNvSpPr>
            <a:spLocks noGrp="1"/>
          </p:cNvSpPr>
          <p:nvPr>
            <p:ph type="title"/>
          </p:nvPr>
        </p:nvSpPr>
        <p:spPr/>
        <p:txBody>
          <a:bodyPr/>
          <a:lstStyle/>
          <a:p>
            <a:r>
              <a:rPr lang="en-IN" dirty="0"/>
              <a:t>What is </a:t>
            </a:r>
            <a:r>
              <a:rPr lang="en-IN" b="1" dirty="0" err="1"/>
              <a:t>XGBoost</a:t>
            </a:r>
            <a:r>
              <a:rPr lang="en-IN" dirty="0"/>
              <a:t> algorithm?</a:t>
            </a:r>
          </a:p>
        </p:txBody>
      </p:sp>
      <p:sp>
        <p:nvSpPr>
          <p:cNvPr id="3" name="Content Placeholder 2">
            <a:extLst>
              <a:ext uri="{FF2B5EF4-FFF2-40B4-BE49-F238E27FC236}">
                <a16:creationId xmlns:a16="http://schemas.microsoft.com/office/drawing/2014/main" id="{85A5F69F-0634-64DF-404B-09AEC1BDBAAF}"/>
              </a:ext>
            </a:extLst>
          </p:cNvPr>
          <p:cNvSpPr>
            <a:spLocks noGrp="1"/>
          </p:cNvSpPr>
          <p:nvPr>
            <p:ph idx="1"/>
          </p:nvPr>
        </p:nvSpPr>
        <p:spPr>
          <a:xfrm>
            <a:off x="457200" y="1993392"/>
            <a:ext cx="10981944" cy="4132771"/>
          </a:xfrm>
        </p:spPr>
        <p:txBody>
          <a:bodyPr>
            <a:normAutofit/>
          </a:bodyPr>
          <a:lstStyle/>
          <a:p>
            <a:r>
              <a:rPr lang="en-IN" b="1" dirty="0" err="1"/>
              <a:t>XGBoost</a:t>
            </a:r>
            <a:r>
              <a:rPr lang="en-IN" dirty="0"/>
              <a:t>, which stands for </a:t>
            </a:r>
            <a:r>
              <a:rPr lang="en-IN" b="1" dirty="0" err="1"/>
              <a:t>eXtreme</a:t>
            </a:r>
            <a:r>
              <a:rPr lang="en-IN" b="1" dirty="0"/>
              <a:t> Gradient Boosting</a:t>
            </a:r>
            <a:r>
              <a:rPr lang="en-IN" dirty="0"/>
              <a:t>, is a powerful, open-source machine learning library designed for high-performance gradient-boosted decision trees.</a:t>
            </a:r>
          </a:p>
          <a:p>
            <a:r>
              <a:rPr lang="en-IN" dirty="0" err="1"/>
              <a:t>XGBoost</a:t>
            </a:r>
            <a:r>
              <a:rPr lang="en-IN" dirty="0"/>
              <a:t> belongs to a category of machine learning called </a:t>
            </a:r>
            <a:r>
              <a:rPr lang="en-IN" b="1" dirty="0"/>
              <a:t>ensemble learning</a:t>
            </a:r>
            <a:r>
              <a:rPr lang="en-IN" dirty="0"/>
              <a:t>, which combines the predictions of multiple weak models (in this case, small decision trees) to create one highly accurate "strong" model</a:t>
            </a:r>
          </a:p>
        </p:txBody>
      </p:sp>
    </p:spTree>
    <p:extLst>
      <p:ext uri="{BB962C8B-B14F-4D97-AF65-F5344CB8AC3E}">
        <p14:creationId xmlns:p14="http://schemas.microsoft.com/office/powerpoint/2010/main" val="8776184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6C5BC1FD-4D6F-D408-6D0A-3973F61A82FC}"/>
              </a:ext>
            </a:extLst>
          </p:cNvPr>
          <p:cNvGraphicFramePr>
            <a:graphicFrameLocks noGrp="1"/>
          </p:cNvGraphicFramePr>
          <p:nvPr>
            <p:ph idx="1"/>
            <p:extLst>
              <p:ext uri="{D42A27DB-BD31-4B8C-83A1-F6EECF244321}">
                <p14:modId xmlns:p14="http://schemas.microsoft.com/office/powerpoint/2010/main" val="724823150"/>
              </p:ext>
            </p:extLst>
          </p:nvPr>
        </p:nvGraphicFramePr>
        <p:xfrm>
          <a:off x="403122" y="363794"/>
          <a:ext cx="10807649" cy="5978013"/>
        </p:xfrm>
        <a:graphic>
          <a:graphicData uri="http://schemas.openxmlformats.org/drawingml/2006/table">
            <a:tbl>
              <a:tblPr firstRow="1" bandRow="1">
                <a:tableStyleId>{3C2FFA5D-87B4-456A-9821-1D502468CF0F}</a:tableStyleId>
              </a:tblPr>
              <a:tblGrid>
                <a:gridCol w="2522919">
                  <a:extLst>
                    <a:ext uri="{9D8B030D-6E8A-4147-A177-3AD203B41FA5}">
                      <a16:colId xmlns:a16="http://schemas.microsoft.com/office/drawing/2014/main" val="3479334849"/>
                    </a:ext>
                  </a:extLst>
                </a:gridCol>
                <a:gridCol w="4142365">
                  <a:extLst>
                    <a:ext uri="{9D8B030D-6E8A-4147-A177-3AD203B41FA5}">
                      <a16:colId xmlns:a16="http://schemas.microsoft.com/office/drawing/2014/main" val="350810440"/>
                    </a:ext>
                  </a:extLst>
                </a:gridCol>
                <a:gridCol w="4142365">
                  <a:extLst>
                    <a:ext uri="{9D8B030D-6E8A-4147-A177-3AD203B41FA5}">
                      <a16:colId xmlns:a16="http://schemas.microsoft.com/office/drawing/2014/main" val="1181357314"/>
                    </a:ext>
                  </a:extLst>
                </a:gridCol>
              </a:tblGrid>
              <a:tr h="707457">
                <a:tc>
                  <a:txBody>
                    <a:bodyPr/>
                    <a:lstStyle/>
                    <a:p>
                      <a:pPr algn="ctr"/>
                      <a:r>
                        <a:rPr lang="en-IN" sz="3200" dirty="0"/>
                        <a:t>Feature</a:t>
                      </a:r>
                      <a:endParaRPr lang="en-IN" dirty="0"/>
                    </a:p>
                  </a:txBody>
                  <a:tcPr/>
                </a:tc>
                <a:tc>
                  <a:txBody>
                    <a:bodyPr/>
                    <a:lstStyle/>
                    <a:p>
                      <a:pPr algn="ctr"/>
                      <a:r>
                        <a:rPr lang="en-IN" sz="3200" dirty="0"/>
                        <a:t>What It Does</a:t>
                      </a:r>
                    </a:p>
                  </a:txBody>
                  <a:tcPr/>
                </a:tc>
                <a:tc>
                  <a:txBody>
                    <a:bodyPr/>
                    <a:lstStyle/>
                    <a:p>
                      <a:pPr algn="ctr"/>
                      <a:r>
                        <a:rPr lang="en-IN" sz="3200" dirty="0"/>
                        <a:t>Why It Matters</a:t>
                      </a:r>
                    </a:p>
                  </a:txBody>
                  <a:tcPr/>
                </a:tc>
                <a:extLst>
                  <a:ext uri="{0D108BD9-81ED-4DB2-BD59-A6C34878D82A}">
                    <a16:rowId xmlns:a16="http://schemas.microsoft.com/office/drawing/2014/main" val="3468630743"/>
                  </a:ext>
                </a:extLst>
              </a:tr>
              <a:tr h="1317639">
                <a:tc>
                  <a:txBody>
                    <a:bodyPr/>
                    <a:lstStyle/>
                    <a:p>
                      <a:pPr algn="ctr"/>
                      <a:r>
                        <a:rPr lang="en-IN" sz="2000" b="1" dirty="0"/>
                        <a:t>Built-in Regularization</a:t>
                      </a:r>
                    </a:p>
                  </a:txBody>
                  <a:tcPr/>
                </a:tc>
                <a:tc>
                  <a:txBody>
                    <a:bodyPr/>
                    <a:lstStyle/>
                    <a:p>
                      <a:pPr algn="ctr"/>
                      <a:r>
                        <a:rPr lang="en-IN" sz="2000" dirty="0"/>
                        <a:t>Adds penalties (L1 and L2) to the loss function.</a:t>
                      </a:r>
                    </a:p>
                  </a:txBody>
                  <a:tcPr/>
                </a:tc>
                <a:tc>
                  <a:txBody>
                    <a:bodyPr/>
                    <a:lstStyle/>
                    <a:p>
                      <a:pPr algn="ctr"/>
                      <a:r>
                        <a:rPr lang="en-IN" sz="2000" dirty="0"/>
                        <a:t>Effectively prevents </a:t>
                      </a:r>
                      <a:r>
                        <a:rPr lang="en-IN" sz="2000" b="1" u="none" strike="noStrike" kern="1200" dirty="0">
                          <a:solidFill>
                            <a:schemeClr val="dk1"/>
                          </a:solidFill>
                          <a:effectLst/>
                        </a:rPr>
                        <a:t>overfitting</a:t>
                      </a:r>
                      <a:r>
                        <a:rPr lang="en-IN" sz="2000" dirty="0"/>
                        <a:t>, ensuring the model generalizes well to new data.</a:t>
                      </a:r>
                    </a:p>
                  </a:txBody>
                  <a:tcPr/>
                </a:tc>
                <a:extLst>
                  <a:ext uri="{0D108BD9-81ED-4DB2-BD59-A6C34878D82A}">
                    <a16:rowId xmlns:a16="http://schemas.microsoft.com/office/drawing/2014/main" val="3000035483"/>
                  </a:ext>
                </a:extLst>
              </a:tr>
              <a:tr h="1317639">
                <a:tc>
                  <a:txBody>
                    <a:bodyPr/>
                    <a:lstStyle/>
                    <a:p>
                      <a:pPr algn="ctr"/>
                      <a:r>
                        <a:rPr lang="en-IN" sz="2000" b="1" dirty="0"/>
                        <a:t>Parallel Processing</a:t>
                      </a:r>
                    </a:p>
                  </a:txBody>
                  <a:tcPr/>
                </a:tc>
                <a:tc>
                  <a:txBody>
                    <a:bodyPr/>
                    <a:lstStyle/>
                    <a:p>
                      <a:pPr algn="ctr"/>
                      <a:r>
                        <a:rPr lang="en-IN" sz="2000" dirty="0"/>
                        <a:t>Utilizes all available CPU cores to evaluate features concurrently.</a:t>
                      </a:r>
                    </a:p>
                  </a:txBody>
                  <a:tcPr/>
                </a:tc>
                <a:tc>
                  <a:txBody>
                    <a:bodyPr/>
                    <a:lstStyle/>
                    <a:p>
                      <a:pPr algn="ctr"/>
                      <a:r>
                        <a:rPr lang="en-IN" sz="2000" dirty="0"/>
                        <a:t>Drastically speeds up training times compared to traditional boosting.</a:t>
                      </a:r>
                    </a:p>
                  </a:txBody>
                  <a:tcPr/>
                </a:tc>
                <a:extLst>
                  <a:ext uri="{0D108BD9-81ED-4DB2-BD59-A6C34878D82A}">
                    <a16:rowId xmlns:a16="http://schemas.microsoft.com/office/drawing/2014/main" val="1542258088"/>
                  </a:ext>
                </a:extLst>
              </a:tr>
              <a:tr h="1317639">
                <a:tc>
                  <a:txBody>
                    <a:bodyPr/>
                    <a:lstStyle/>
                    <a:p>
                      <a:pPr algn="ctr"/>
                      <a:r>
                        <a:rPr lang="en-IN" sz="2000" b="1" dirty="0"/>
                        <a:t>Handling Missing Values</a:t>
                      </a:r>
                    </a:p>
                  </a:txBody>
                  <a:tcPr/>
                </a:tc>
                <a:tc>
                  <a:txBody>
                    <a:bodyPr/>
                    <a:lstStyle/>
                    <a:p>
                      <a:pPr algn="ctr"/>
                      <a:r>
                        <a:rPr lang="en-IN" sz="2000" dirty="0"/>
                        <a:t>Automatically learns the best default branch split for missing or sparse data.</a:t>
                      </a:r>
                    </a:p>
                  </a:txBody>
                  <a:tcPr/>
                </a:tc>
                <a:tc>
                  <a:txBody>
                    <a:bodyPr/>
                    <a:lstStyle/>
                    <a:p>
                      <a:pPr algn="ctr"/>
                      <a:r>
                        <a:rPr lang="en-IN" sz="2000" dirty="0"/>
                        <a:t>Eliminates the need for tedious manual data imputation.</a:t>
                      </a:r>
                    </a:p>
                  </a:txBody>
                  <a:tcPr/>
                </a:tc>
                <a:extLst>
                  <a:ext uri="{0D108BD9-81ED-4DB2-BD59-A6C34878D82A}">
                    <a16:rowId xmlns:a16="http://schemas.microsoft.com/office/drawing/2014/main" val="1441506469"/>
                  </a:ext>
                </a:extLst>
              </a:tr>
              <a:tr h="1317639">
                <a:tc>
                  <a:txBody>
                    <a:bodyPr/>
                    <a:lstStyle/>
                    <a:p>
                      <a:pPr algn="ctr"/>
                      <a:r>
                        <a:rPr lang="en-IN" sz="2000" b="1" dirty="0"/>
                        <a:t>Tree Pruning</a:t>
                      </a:r>
                    </a:p>
                  </a:txBody>
                  <a:tcPr/>
                </a:tc>
                <a:tc>
                  <a:txBody>
                    <a:bodyPr/>
                    <a:lstStyle/>
                    <a:p>
                      <a:pPr algn="ctr"/>
                      <a:r>
                        <a:rPr lang="en-IN" sz="2000" dirty="0"/>
                        <a:t>Uses a parameter (γ) to prune back-split branches that don't meet a minimum information gain threshold.</a:t>
                      </a:r>
                    </a:p>
                  </a:txBody>
                  <a:tcPr/>
                </a:tc>
                <a:tc>
                  <a:txBody>
                    <a:bodyPr/>
                    <a:lstStyle/>
                    <a:p>
                      <a:pPr algn="ctr"/>
                      <a:r>
                        <a:rPr lang="en-IN" sz="2000" dirty="0"/>
                        <a:t>Keeps trees simple and structurally clean.</a:t>
                      </a:r>
                    </a:p>
                  </a:txBody>
                  <a:tcPr/>
                </a:tc>
                <a:extLst>
                  <a:ext uri="{0D108BD9-81ED-4DB2-BD59-A6C34878D82A}">
                    <a16:rowId xmlns:a16="http://schemas.microsoft.com/office/drawing/2014/main" val="1322391187"/>
                  </a:ext>
                </a:extLst>
              </a:tr>
            </a:tbl>
          </a:graphicData>
        </a:graphic>
      </p:graphicFrame>
    </p:spTree>
    <p:extLst>
      <p:ext uri="{BB962C8B-B14F-4D97-AF65-F5344CB8AC3E}">
        <p14:creationId xmlns:p14="http://schemas.microsoft.com/office/powerpoint/2010/main" val="26067302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XGBoost - GeeksforGeeks">
            <a:extLst>
              <a:ext uri="{FF2B5EF4-FFF2-40B4-BE49-F238E27FC236}">
                <a16:creationId xmlns:a16="http://schemas.microsoft.com/office/drawing/2014/main" id="{1F991889-AA8E-3858-BF95-5F3DFAA815EF}"/>
              </a:ext>
            </a:extLst>
          </p:cNvPr>
          <p:cNvPicPr>
            <a:picLocks noChangeAspect="1"/>
          </p:cNvPicPr>
          <p:nvPr/>
        </p:nvPicPr>
        <p:blipFill>
          <a:blip r:embed="rId2"/>
          <a:stretch>
            <a:fillRect/>
          </a:stretch>
        </p:blipFill>
        <p:spPr>
          <a:xfrm>
            <a:off x="609599" y="609600"/>
            <a:ext cx="11130117" cy="5565059"/>
          </a:xfrm>
          <a:prstGeom prst="rect">
            <a:avLst/>
          </a:prstGeom>
        </p:spPr>
      </p:pic>
    </p:spTree>
    <p:extLst>
      <p:ext uri="{BB962C8B-B14F-4D97-AF65-F5344CB8AC3E}">
        <p14:creationId xmlns:p14="http://schemas.microsoft.com/office/powerpoint/2010/main" val="36430690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FB8E6E6-FF4B-1B42-FB06-C16DEBA276F7}"/>
              </a:ext>
            </a:extLst>
          </p:cNvPr>
          <p:cNvPicPr>
            <a:picLocks noChangeAspect="1"/>
          </p:cNvPicPr>
          <p:nvPr/>
        </p:nvPicPr>
        <p:blipFill>
          <a:blip r:embed="rId2"/>
          <a:stretch>
            <a:fillRect/>
          </a:stretch>
        </p:blipFill>
        <p:spPr>
          <a:xfrm>
            <a:off x="1868129" y="184955"/>
            <a:ext cx="8091947" cy="6592218"/>
          </a:xfrm>
          <a:prstGeom prst="rect">
            <a:avLst/>
          </a:prstGeom>
        </p:spPr>
      </p:pic>
    </p:spTree>
    <p:extLst>
      <p:ext uri="{BB962C8B-B14F-4D97-AF65-F5344CB8AC3E}">
        <p14:creationId xmlns:p14="http://schemas.microsoft.com/office/powerpoint/2010/main" val="9015842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XGBOOST CLASSIFIER ALGORITHM IN MACHINE LEARNING">
            <a:extLst>
              <a:ext uri="{FF2B5EF4-FFF2-40B4-BE49-F238E27FC236}">
                <a16:creationId xmlns:a16="http://schemas.microsoft.com/office/drawing/2014/main" id="{789E8934-008D-3CB3-938B-A3953294D27A}"/>
              </a:ext>
            </a:extLst>
          </p:cNvPr>
          <p:cNvPicPr>
            <a:picLocks noChangeAspect="1"/>
          </p:cNvPicPr>
          <p:nvPr/>
        </p:nvPicPr>
        <p:blipFill>
          <a:blip r:embed="rId2"/>
          <a:stretch>
            <a:fillRect/>
          </a:stretch>
        </p:blipFill>
        <p:spPr>
          <a:xfrm>
            <a:off x="963562" y="835742"/>
            <a:ext cx="9596284" cy="5024284"/>
          </a:xfrm>
          <a:prstGeom prst="rect">
            <a:avLst/>
          </a:prstGeom>
        </p:spPr>
      </p:pic>
    </p:spTree>
    <p:extLst>
      <p:ext uri="{BB962C8B-B14F-4D97-AF65-F5344CB8AC3E}">
        <p14:creationId xmlns:p14="http://schemas.microsoft.com/office/powerpoint/2010/main" val="29876485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102600-B962-0393-285B-1D165CC0ABFC}"/>
              </a:ext>
            </a:extLst>
          </p:cNvPr>
          <p:cNvSpPr>
            <a:spLocks noGrp="1"/>
          </p:cNvSpPr>
          <p:nvPr>
            <p:ph type="title"/>
          </p:nvPr>
        </p:nvSpPr>
        <p:spPr/>
        <p:txBody>
          <a:bodyPr/>
          <a:lstStyle/>
          <a:p>
            <a:r>
              <a:rPr lang="en-IN" dirty="0"/>
              <a:t>What is </a:t>
            </a:r>
            <a:r>
              <a:rPr lang="en-IN" b="1" dirty="0"/>
              <a:t>LGB</a:t>
            </a:r>
            <a:r>
              <a:rPr lang="en-IN" dirty="0"/>
              <a:t> algorithm?</a:t>
            </a:r>
          </a:p>
        </p:txBody>
      </p:sp>
      <p:sp>
        <p:nvSpPr>
          <p:cNvPr id="3" name="Content Placeholder 2">
            <a:extLst>
              <a:ext uri="{FF2B5EF4-FFF2-40B4-BE49-F238E27FC236}">
                <a16:creationId xmlns:a16="http://schemas.microsoft.com/office/drawing/2014/main" id="{436364CC-5C81-0D0C-8DF8-7807D40655F9}"/>
              </a:ext>
            </a:extLst>
          </p:cNvPr>
          <p:cNvSpPr>
            <a:spLocks noGrp="1"/>
          </p:cNvSpPr>
          <p:nvPr>
            <p:ph idx="1"/>
          </p:nvPr>
        </p:nvSpPr>
        <p:spPr>
          <a:xfrm>
            <a:off x="457199" y="1600200"/>
            <a:ext cx="10869561" cy="4525963"/>
          </a:xfrm>
        </p:spPr>
        <p:txBody>
          <a:bodyPr>
            <a:normAutofit/>
          </a:bodyPr>
          <a:lstStyle/>
          <a:p>
            <a:r>
              <a:rPr lang="en-IN" b="1" dirty="0" err="1"/>
              <a:t>LightGBM</a:t>
            </a:r>
            <a:r>
              <a:rPr lang="en-IN" dirty="0"/>
              <a:t> is a gradient boosting framework that uses tree based learning algorithms. It is designed to be distributed and efficient with the following advantages:</a:t>
            </a:r>
          </a:p>
          <a:p>
            <a:pPr lvl="0"/>
            <a:r>
              <a:rPr lang="en-IN" dirty="0"/>
              <a:t>Faster training speed and higher efficiency.</a:t>
            </a:r>
          </a:p>
          <a:p>
            <a:pPr lvl="0"/>
            <a:r>
              <a:rPr lang="en-IN" dirty="0"/>
              <a:t>Lower memory usage.</a:t>
            </a:r>
          </a:p>
          <a:p>
            <a:pPr lvl="0"/>
            <a:r>
              <a:rPr lang="en-IN" dirty="0"/>
              <a:t>Better accuracy.</a:t>
            </a:r>
          </a:p>
          <a:p>
            <a:pPr lvl="0"/>
            <a:r>
              <a:rPr lang="en-IN" dirty="0"/>
              <a:t>Support of parallel, distributed, and GPU learning.</a:t>
            </a:r>
          </a:p>
          <a:p>
            <a:pPr lvl="0"/>
            <a:r>
              <a:rPr lang="en-IN" dirty="0"/>
              <a:t>Capable of handling large-scale data.</a:t>
            </a:r>
          </a:p>
          <a:p>
            <a:endParaRPr lang="en-IN" dirty="0"/>
          </a:p>
        </p:txBody>
      </p:sp>
    </p:spTree>
    <p:extLst>
      <p:ext uri="{BB962C8B-B14F-4D97-AF65-F5344CB8AC3E}">
        <p14:creationId xmlns:p14="http://schemas.microsoft.com/office/powerpoint/2010/main" val="19025957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A2FD066-8E5F-75B9-5BDA-02D6B055E2A3}"/>
              </a:ext>
            </a:extLst>
          </p:cNvPr>
          <p:cNvPicPr>
            <a:picLocks noChangeAspect="1"/>
          </p:cNvPicPr>
          <p:nvPr/>
        </p:nvPicPr>
        <p:blipFill>
          <a:blip r:embed="rId2"/>
          <a:stretch>
            <a:fillRect/>
          </a:stretch>
        </p:blipFill>
        <p:spPr>
          <a:xfrm>
            <a:off x="1115961" y="938980"/>
            <a:ext cx="9960078" cy="4980039"/>
          </a:xfrm>
          <a:prstGeom prst="rect">
            <a:avLst/>
          </a:prstGeom>
        </p:spPr>
      </p:pic>
    </p:spTree>
    <p:extLst>
      <p:ext uri="{BB962C8B-B14F-4D97-AF65-F5344CB8AC3E}">
        <p14:creationId xmlns:p14="http://schemas.microsoft.com/office/powerpoint/2010/main" val="42769377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8FFABD0-83D4-36BB-F599-3FAAB58CB9A2}"/>
              </a:ext>
            </a:extLst>
          </p:cNvPr>
          <p:cNvPicPr>
            <a:picLocks noChangeAspect="1"/>
          </p:cNvPicPr>
          <p:nvPr/>
        </p:nvPicPr>
        <p:blipFill>
          <a:blip r:embed="rId2"/>
          <a:stretch>
            <a:fillRect/>
          </a:stretch>
        </p:blipFill>
        <p:spPr>
          <a:xfrm>
            <a:off x="442453" y="602226"/>
            <a:ext cx="11307094" cy="5653547"/>
          </a:xfrm>
          <a:prstGeom prst="rect">
            <a:avLst/>
          </a:prstGeom>
        </p:spPr>
      </p:pic>
    </p:spTree>
    <p:extLst>
      <p:ext uri="{BB962C8B-B14F-4D97-AF65-F5344CB8AC3E}">
        <p14:creationId xmlns:p14="http://schemas.microsoft.com/office/powerpoint/2010/main" val="20371439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ightGBM Algorithm: The Key to Winning Machine Learning Competitions">
            <a:extLst>
              <a:ext uri="{FF2B5EF4-FFF2-40B4-BE49-F238E27FC236}">
                <a16:creationId xmlns:a16="http://schemas.microsoft.com/office/drawing/2014/main" id="{FA5B538D-D0A7-70B1-2138-77098FF1965F}"/>
              </a:ext>
            </a:extLst>
          </p:cNvPr>
          <p:cNvPicPr>
            <a:picLocks noChangeAspect="1"/>
          </p:cNvPicPr>
          <p:nvPr/>
        </p:nvPicPr>
        <p:blipFill>
          <a:blip r:embed="rId2"/>
          <a:stretch>
            <a:fillRect/>
          </a:stretch>
        </p:blipFill>
        <p:spPr>
          <a:xfrm>
            <a:off x="238125" y="1219199"/>
            <a:ext cx="11715750" cy="4572000"/>
          </a:xfrm>
          <a:prstGeom prst="rect">
            <a:avLst/>
          </a:prstGeom>
        </p:spPr>
      </p:pic>
    </p:spTree>
    <p:extLst>
      <p:ext uri="{BB962C8B-B14F-4D97-AF65-F5344CB8AC3E}">
        <p14:creationId xmlns:p14="http://schemas.microsoft.com/office/powerpoint/2010/main" val="32017008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731534C-88EC-2A1A-2859-540E09D34FD7}"/>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41636205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4D9BC68-3622-93AD-123B-D1DAF9EAB6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25296" y="181864"/>
            <a:ext cx="9957816" cy="6638544"/>
          </a:xfrm>
          <a:prstGeom prst="rect">
            <a:avLst/>
          </a:prstGeom>
        </p:spPr>
      </p:pic>
    </p:spTree>
    <p:extLst>
      <p:ext uri="{BB962C8B-B14F-4D97-AF65-F5344CB8AC3E}">
        <p14:creationId xmlns:p14="http://schemas.microsoft.com/office/powerpoint/2010/main" val="1488617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XGBoost- The Miracle Worker. What is XGBoost? | by Himanshu Sharma |  AlmaBetter | Medium">
            <a:extLst>
              <a:ext uri="{FF2B5EF4-FFF2-40B4-BE49-F238E27FC236}">
                <a16:creationId xmlns:a16="http://schemas.microsoft.com/office/drawing/2014/main" id="{F242135A-D84F-8DB8-9672-B751224FC7DA}"/>
              </a:ext>
            </a:extLst>
          </p:cNvPr>
          <p:cNvPicPr>
            <a:picLocks noChangeAspect="1"/>
          </p:cNvPicPr>
          <p:nvPr/>
        </p:nvPicPr>
        <p:blipFill>
          <a:blip r:embed="rId2"/>
          <a:stretch>
            <a:fillRect/>
          </a:stretch>
        </p:blipFill>
        <p:spPr>
          <a:xfrm>
            <a:off x="835741" y="462116"/>
            <a:ext cx="10550013" cy="5860025"/>
          </a:xfrm>
          <a:prstGeom prst="rect">
            <a:avLst/>
          </a:prstGeom>
        </p:spPr>
      </p:pic>
    </p:spTree>
    <p:extLst>
      <p:ext uri="{BB962C8B-B14F-4D97-AF65-F5344CB8AC3E}">
        <p14:creationId xmlns:p14="http://schemas.microsoft.com/office/powerpoint/2010/main" val="4086263343"/>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74</TotalTime>
  <Words>512</Words>
  <Application>Microsoft Office PowerPoint</Application>
  <PresentationFormat>Widescreen</PresentationFormat>
  <Paragraphs>61</Paragraphs>
  <Slides>21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1_Office Theme</vt:lpstr>
      <vt:lpstr>BOOSTING ALGORITHM</vt:lpstr>
      <vt:lpstr>What is boosting algorithm?</vt:lpstr>
      <vt:lpstr>PowerPoint Presentation</vt:lpstr>
      <vt:lpstr>PowerPoint Presentation</vt:lpstr>
      <vt:lpstr>What is AdaBoost algorithm?</vt:lpstr>
      <vt:lpstr>PowerPoint Presentation</vt:lpstr>
      <vt:lpstr>Work Flow</vt:lpstr>
      <vt:lpstr>PowerPoint Presentation</vt:lpstr>
      <vt:lpstr>PowerPoint Presentation</vt:lpstr>
      <vt:lpstr>What is XGBoost algorithm?</vt:lpstr>
      <vt:lpstr>PowerPoint Presentation</vt:lpstr>
      <vt:lpstr>PowerPoint Presentation</vt:lpstr>
      <vt:lpstr>PowerPoint Presentation</vt:lpstr>
      <vt:lpstr>PowerPoint Presentation</vt:lpstr>
      <vt:lpstr>What is LGB algorithm?</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dinesh kumar</dc:creator>
  <cp:lastModifiedBy>dinesh kumar</cp:lastModifiedBy>
  <cp:revision>1</cp:revision>
  <dcterms:created xsi:type="dcterms:W3CDTF">2026-09-22T15:47:47Z</dcterms:created>
  <dcterms:modified xsi:type="dcterms:W3CDTF">2026-09-22T17:01:49Z</dcterms:modified>
</cp:coreProperties>
</file>